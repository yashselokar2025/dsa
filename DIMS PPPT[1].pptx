
<file path=[Content_Types].xml><?xml version="1.0" encoding="utf-8"?>
<Types xmlns="http://schemas.openxmlformats.org/package/2006/content-types">
  <Default Extension="glb" ContentType="model/gltf.binary"/>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Lst>
  <p:sldIdLst>
    <p:sldId id="278" r:id="rId4"/>
    <p:sldId id="259" r:id="rId5"/>
    <p:sldId id="264" r:id="rId6"/>
    <p:sldId id="290" r:id="rId7"/>
    <p:sldId id="270" r:id="rId8"/>
    <p:sldId id="293" r:id="rId9"/>
    <p:sldId id="272" r:id="rId10"/>
    <p:sldId id="303" r:id="rId11"/>
    <p:sldId id="300" r:id="rId12"/>
    <p:sldId id="302" r:id="rId13"/>
    <p:sldId id="297" r:id="rId14"/>
    <p:sldId id="274" r:id="rId15"/>
    <p:sldId id="299" r:id="rId16"/>
    <p:sldId id="298" r:id="rId17"/>
    <p:sldId id="273" r:id="rId18"/>
    <p:sldId id="294" r:id="rId19"/>
    <p:sldId id="296" r:id="rId20"/>
    <p:sldId id="301" r:id="rId21"/>
  </p:sldIdLst>
  <p:sldSz cx="12192000" cy="6858000"/>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A7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33" autoAdjust="0"/>
  </p:normalViewPr>
  <p:slideViewPr>
    <p:cSldViewPr snapToGrid="0" showGuides="1">
      <p:cViewPr>
        <p:scale>
          <a:sx n="75" d="100"/>
          <a:sy n="75" d="100"/>
        </p:scale>
        <p:origin x="946" y="216"/>
      </p:cViewPr>
      <p:guideLst>
        <p:guide orient="horz" pos="2160"/>
        <p:guide pos="3840"/>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pPr fontAlgn="base"/>
            <a:r>
              <a:rPr lang="en-US" strike="noStrike" noProof="1"/>
              <a:t>Click to edit Master title style</a:t>
            </a:r>
            <a:endParaRPr lang="en-IN" strike="noStrike" noProof="1"/>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en-US" strike="noStrike" noProof="1"/>
              <a:t>Click to edit Master subtitle style</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Content Placeholder 2"/>
          <p:cNvSpPr>
            <a:spLocks noGrp="1"/>
          </p:cNvSpPr>
          <p:nvPr>
            <p:ph idx="1"/>
          </p:nvPr>
        </p:nvSpPr>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pPr fontAlgn="base"/>
            <a:r>
              <a:rPr lang="en-US" strike="noStrike" noProof="1"/>
              <a:t>Click to edit Master title style</a:t>
            </a:r>
            <a:endParaRPr lang="en-IN" strike="noStrike" noProof="1"/>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base"/>
            <a:r>
              <a:rPr lang="en-US" strike="noStrike" noProof="1"/>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Content Placeholder 2"/>
          <p:cNvSpPr>
            <a:spLocks noGrp="1"/>
          </p:cNvSpPr>
          <p:nvPr>
            <p:ph sz="half" idx="1"/>
          </p:nvPr>
        </p:nvSpPr>
        <p:spPr>
          <a:xfrm>
            <a:off x="838200" y="1825625"/>
            <a:ext cx="5181600" cy="435133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Content Placeholder 3"/>
          <p:cNvSpPr>
            <a:spLocks noGrp="1"/>
          </p:cNvSpPr>
          <p:nvPr>
            <p:ph sz="half" idx="2"/>
          </p:nvPr>
        </p:nvSpPr>
        <p:spPr>
          <a:xfrm>
            <a:off x="6172200" y="1825625"/>
            <a:ext cx="5181600" cy="435133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pPr fontAlgn="base"/>
            <a:r>
              <a:rPr lang="en-US" strike="noStrike" noProof="1"/>
              <a:t>Click to edit Master title style</a:t>
            </a:r>
            <a:endParaRPr lang="en-IN" strike="noStrike" noProof="1"/>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en-US" strike="noStrike" noProof="1"/>
              <a:t>Click to edit Master title style</a:t>
            </a:r>
            <a:endParaRPr lang="en-IN" strike="noStrike" noProof="1"/>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en-US" strike="noStrike" noProof="1"/>
              <a:t>Click to edit Master title style</a:t>
            </a:r>
            <a:endParaRPr lang="en-IN" strike="noStrike" noProof="1"/>
          </a:p>
        </p:txBody>
      </p:sp>
      <p:sp>
        <p:nvSpPr>
          <p:cNvPr id="3" name="Picture Placeholder 2"/>
          <p:cNvSpPr>
            <a:spLocks noGrp="1"/>
          </p:cNvSpPr>
          <p:nvPr>
            <p:ph type="pic" idx="1"/>
          </p:nvPr>
        </p:nvSpPr>
        <p:spPr>
          <a:xfrm>
            <a:off x="5183188" y="987425"/>
            <a:ext cx="617220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pPr fontAlgn="base"/>
            <a:r>
              <a:rPr lang="en-US" strike="noStrike" noProof="1"/>
              <a:t>Click to edit Master title style</a:t>
            </a:r>
            <a:endParaRPr lang="en-IN" strike="noStrike" noProof="1"/>
          </a:p>
        </p:txBody>
      </p:sp>
      <p:sp>
        <p:nvSpPr>
          <p:cNvPr id="3" name="Vertical Text Placeholder 2"/>
          <p:cNvSpPr>
            <a:spLocks noGrp="1"/>
          </p:cNvSpPr>
          <p:nvPr>
            <p:ph type="body" orient="vert" idx="1"/>
          </p:nvPr>
        </p:nvSpPr>
        <p:spPr>
          <a:xfrm>
            <a:off x="838200" y="365125"/>
            <a:ext cx="7734300" cy="5811838"/>
          </a:xfrm>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pPr fontAlgn="base"/>
            <a:r>
              <a:rPr lang="en-US" strike="noStrike" noProof="1"/>
              <a:t>Click to edit Master title style</a:t>
            </a:r>
            <a:endParaRPr lang="en-IN" strike="noStrike" noProof="1"/>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en-US" strike="noStrike" noProof="1"/>
              <a:t>Click to edit Master subtitle style</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Content Placeholder 2"/>
          <p:cNvSpPr>
            <a:spLocks noGrp="1"/>
          </p:cNvSpPr>
          <p:nvPr>
            <p:ph idx="1"/>
          </p:nvPr>
        </p:nvSpPr>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pPr fontAlgn="base"/>
            <a:r>
              <a:rPr lang="en-US" strike="noStrike" noProof="1"/>
              <a:t>Click to edit Master title style</a:t>
            </a:r>
            <a:endParaRPr lang="en-IN" strike="noStrike" noProof="1"/>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base"/>
            <a:r>
              <a:rPr lang="en-US" strike="noStrike" noProof="1"/>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Content Placeholder 2"/>
          <p:cNvSpPr>
            <a:spLocks noGrp="1"/>
          </p:cNvSpPr>
          <p:nvPr>
            <p:ph sz="half" idx="1"/>
          </p:nvPr>
        </p:nvSpPr>
        <p:spPr>
          <a:xfrm>
            <a:off x="838200" y="1825625"/>
            <a:ext cx="5181600" cy="435133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Content Placeholder 3"/>
          <p:cNvSpPr>
            <a:spLocks noGrp="1"/>
          </p:cNvSpPr>
          <p:nvPr>
            <p:ph sz="half" idx="2"/>
          </p:nvPr>
        </p:nvSpPr>
        <p:spPr>
          <a:xfrm>
            <a:off x="6172200" y="1825625"/>
            <a:ext cx="5181600" cy="435133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pPr fontAlgn="base"/>
            <a:r>
              <a:rPr lang="en-US" strike="noStrike" noProof="1"/>
              <a:t>Click to edit Master title style</a:t>
            </a:r>
            <a:endParaRPr lang="en-IN" strike="noStrike" noProof="1"/>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en-US" strike="noStrike" noProof="1"/>
              <a:t>Click to edit Master title style</a:t>
            </a:r>
            <a:endParaRPr lang="en-IN" strike="noStrike" noProof="1"/>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en-US" strike="noStrike" noProof="1"/>
              <a:t>Click to edit Master title style</a:t>
            </a:r>
            <a:endParaRPr lang="en-IN" strike="noStrike" noProof="1"/>
          </a:p>
        </p:txBody>
      </p:sp>
      <p:sp>
        <p:nvSpPr>
          <p:cNvPr id="3" name="Picture Placeholder 2"/>
          <p:cNvSpPr>
            <a:spLocks noGrp="1"/>
          </p:cNvSpPr>
          <p:nvPr>
            <p:ph type="pic" idx="1"/>
          </p:nvPr>
        </p:nvSpPr>
        <p:spPr>
          <a:xfrm>
            <a:off x="5183188" y="987425"/>
            <a:ext cx="617220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pPr fontAlgn="base"/>
            <a:r>
              <a:rPr lang="en-US" strike="noStrike" noProof="1"/>
              <a:t>Click to edit Master title style</a:t>
            </a:r>
            <a:endParaRPr lang="en-IN" strike="noStrike" noProof="1"/>
          </a:p>
        </p:txBody>
      </p:sp>
      <p:sp>
        <p:nvSpPr>
          <p:cNvPr id="3" name="Vertical Text Placeholder 2"/>
          <p:cNvSpPr>
            <a:spLocks noGrp="1"/>
          </p:cNvSpPr>
          <p:nvPr>
            <p:ph type="body" orient="vert" idx="1"/>
          </p:nvPr>
        </p:nvSpPr>
        <p:spPr>
          <a:xfrm>
            <a:off x="838200" y="365125"/>
            <a:ext cx="7734300" cy="5811838"/>
          </a:xfrm>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pPr fontAlgn="base"/>
            <a:r>
              <a:rPr lang="en-US" strike="noStrike" noProof="1"/>
              <a:t>Click to edit Master title style</a:t>
            </a:r>
            <a:endParaRPr lang="en-IN" strike="noStrike" noProof="1"/>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en-US" strike="noStrike" noProof="1"/>
              <a:t>Click to edit Master subtitle style</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Content Placeholder 2"/>
          <p:cNvSpPr>
            <a:spLocks noGrp="1"/>
          </p:cNvSpPr>
          <p:nvPr>
            <p:ph idx="1"/>
          </p:nvPr>
        </p:nvSpPr>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pPr fontAlgn="base"/>
            <a:r>
              <a:rPr lang="en-US" strike="noStrike" noProof="1"/>
              <a:t>Click to edit Master title style</a:t>
            </a:r>
            <a:endParaRPr lang="en-IN" strike="noStrike" noProof="1"/>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base"/>
            <a:r>
              <a:rPr lang="en-US" strike="noStrike" noProof="1"/>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Content Placeholder 2"/>
          <p:cNvSpPr>
            <a:spLocks noGrp="1"/>
          </p:cNvSpPr>
          <p:nvPr>
            <p:ph sz="half" idx="1"/>
          </p:nvPr>
        </p:nvSpPr>
        <p:spPr>
          <a:xfrm>
            <a:off x="838200" y="1825625"/>
            <a:ext cx="5181600" cy="435133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Content Placeholder 3"/>
          <p:cNvSpPr>
            <a:spLocks noGrp="1"/>
          </p:cNvSpPr>
          <p:nvPr>
            <p:ph sz="half" idx="2"/>
          </p:nvPr>
        </p:nvSpPr>
        <p:spPr>
          <a:xfrm>
            <a:off x="6172200" y="1825625"/>
            <a:ext cx="5181600" cy="435133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pPr fontAlgn="base"/>
            <a:r>
              <a:rPr lang="en-US" strike="noStrike" noProof="1"/>
              <a:t>Click to edit Master title style</a:t>
            </a:r>
            <a:endParaRPr lang="en-IN" strike="noStrike" noProof="1"/>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en-US" strike="noStrike" noProof="1"/>
              <a:t>Click to edit Master title style</a:t>
            </a:r>
            <a:endParaRPr lang="en-IN" strike="noStrike" noProof="1"/>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en-US" strike="noStrike" noProof="1"/>
              <a:t>Click to edit Master title style</a:t>
            </a:r>
            <a:endParaRPr lang="en-IN" strike="noStrike" noProof="1"/>
          </a:p>
        </p:txBody>
      </p:sp>
      <p:sp>
        <p:nvSpPr>
          <p:cNvPr id="3" name="Picture Placeholder 2"/>
          <p:cNvSpPr>
            <a:spLocks noGrp="1"/>
          </p:cNvSpPr>
          <p:nvPr>
            <p:ph type="pic" idx="1"/>
          </p:nvPr>
        </p:nvSpPr>
        <p:spPr>
          <a:xfrm>
            <a:off x="5183188" y="987425"/>
            <a:ext cx="617220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pPr fontAlgn="base"/>
            <a:r>
              <a:rPr lang="en-US" strike="noStrike" noProof="1"/>
              <a:t>Click to edit Master title style</a:t>
            </a:r>
            <a:endParaRPr lang="en-IN" strike="noStrike" noProof="1"/>
          </a:p>
        </p:txBody>
      </p:sp>
      <p:sp>
        <p:nvSpPr>
          <p:cNvPr id="3" name="Vertical Text Placeholder 2"/>
          <p:cNvSpPr>
            <a:spLocks noGrp="1"/>
          </p:cNvSpPr>
          <p:nvPr>
            <p:ph type="body" orient="vert" idx="1"/>
          </p:nvPr>
        </p:nvSpPr>
        <p:spPr>
          <a:xfrm>
            <a:off x="838200" y="365125"/>
            <a:ext cx="7734300" cy="5811838"/>
          </a:xfrm>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en-US" altLang="en-US" dirty="0"/>
              <a:t>Click to edit Master title style</a:t>
            </a:r>
            <a:endParaRPr lang="en-IN" altLang="en-US" dirty="0"/>
          </a:p>
        </p:txBody>
      </p:sp>
      <p:sp>
        <p:nvSpPr>
          <p:cNvPr id="1027" name="Text Placeholder 2"/>
          <p:cNvSpPr>
            <a:spLocks noGrp="1"/>
          </p:cNvSpPr>
          <p:nvPr>
            <p:ph type="body"/>
          </p:nvPr>
        </p:nvSpPr>
        <p:spPr>
          <a:xfrm>
            <a:off x="838200" y="1825625"/>
            <a:ext cx="10515600" cy="4351338"/>
          </a:xfrm>
          <a:prstGeom prst="rect">
            <a:avLst/>
          </a:prstGeom>
          <a:noFill/>
          <a:ln w="9525">
            <a:noFill/>
          </a:ln>
        </p:spPr>
        <p:txBody>
          <a:bodyPr anchor="t" anchorCtr="0"/>
          <a:lstStyle/>
          <a:p>
            <a:pPr lvl="0"/>
            <a:r>
              <a:rPr lang="en-US" altLang="en-US" dirty="0"/>
              <a:t>Click to edit Master text styles</a:t>
            </a:r>
          </a:p>
          <a:p>
            <a:pPr lvl="1" indent="-228600"/>
            <a:r>
              <a:rPr lang="en-US" altLang="en-US" dirty="0"/>
              <a:t>Second level</a:t>
            </a:r>
          </a:p>
          <a:p>
            <a:pPr lvl="2" indent="-228600"/>
            <a:r>
              <a:rPr lang="en-US" altLang="en-US" dirty="0"/>
              <a:t>Third level</a:t>
            </a:r>
          </a:p>
          <a:p>
            <a:pPr lvl="3" indent="-228600"/>
            <a:r>
              <a:rPr lang="en-US" altLang="en-US" dirty="0"/>
              <a:t>Fourth level</a:t>
            </a:r>
          </a:p>
          <a:p>
            <a:pPr lvl="4" indent="-228600"/>
            <a:r>
              <a:rPr lang="en-US" altLang="en-US" dirty="0"/>
              <a:t>Fifth level</a:t>
            </a:r>
            <a:endParaRPr lang="en-IN" alt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Calibri" panose="020F0502020204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en-US" altLang="en-US" dirty="0"/>
              <a:t>Click to edit Master title style</a:t>
            </a:r>
            <a:endParaRPr lang="en-IN" altLang="en-US" dirty="0"/>
          </a:p>
        </p:txBody>
      </p:sp>
      <p:sp>
        <p:nvSpPr>
          <p:cNvPr id="2051" name="Text Placeholder 2"/>
          <p:cNvSpPr>
            <a:spLocks noGrp="1"/>
          </p:cNvSpPr>
          <p:nvPr>
            <p:ph type="body"/>
          </p:nvPr>
        </p:nvSpPr>
        <p:spPr>
          <a:xfrm>
            <a:off x="838200" y="1825625"/>
            <a:ext cx="10515600" cy="4351338"/>
          </a:xfrm>
          <a:prstGeom prst="rect">
            <a:avLst/>
          </a:prstGeom>
          <a:noFill/>
          <a:ln w="9525">
            <a:noFill/>
          </a:ln>
        </p:spPr>
        <p:txBody>
          <a:bodyPr anchor="t" anchorCtr="0"/>
          <a:lstStyle/>
          <a:p>
            <a:pPr lvl="0"/>
            <a:r>
              <a:rPr lang="en-US" altLang="en-US" dirty="0"/>
              <a:t>Click to edit Master text styles</a:t>
            </a:r>
          </a:p>
          <a:p>
            <a:pPr lvl="1" indent="-228600"/>
            <a:r>
              <a:rPr lang="en-US" altLang="en-US" dirty="0"/>
              <a:t>Second level</a:t>
            </a:r>
          </a:p>
          <a:p>
            <a:pPr lvl="2" indent="-228600"/>
            <a:r>
              <a:rPr lang="en-US" altLang="en-US" dirty="0"/>
              <a:t>Third level</a:t>
            </a:r>
          </a:p>
          <a:p>
            <a:pPr lvl="3" indent="-228600"/>
            <a:r>
              <a:rPr lang="en-US" altLang="en-US" dirty="0"/>
              <a:t>Fourth level</a:t>
            </a:r>
          </a:p>
          <a:p>
            <a:pPr lvl="4" indent="-228600"/>
            <a:r>
              <a:rPr lang="en-US" altLang="en-US" dirty="0"/>
              <a:t>Fifth level</a:t>
            </a:r>
            <a:endParaRPr lang="en-IN" alt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Calibri" panose="020F0502020204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en-US" altLang="en-US" dirty="0"/>
              <a:t>Click to edit Master title style</a:t>
            </a:r>
            <a:endParaRPr lang="en-IN" altLang="en-US" dirty="0"/>
          </a:p>
        </p:txBody>
      </p:sp>
      <p:sp>
        <p:nvSpPr>
          <p:cNvPr id="1027" name="Text Placeholder 2"/>
          <p:cNvSpPr>
            <a:spLocks noGrp="1"/>
          </p:cNvSpPr>
          <p:nvPr>
            <p:ph type="body"/>
          </p:nvPr>
        </p:nvSpPr>
        <p:spPr>
          <a:xfrm>
            <a:off x="838200" y="1825625"/>
            <a:ext cx="10515600" cy="4351338"/>
          </a:xfrm>
          <a:prstGeom prst="rect">
            <a:avLst/>
          </a:prstGeom>
          <a:noFill/>
          <a:ln w="9525">
            <a:noFill/>
          </a:ln>
        </p:spPr>
        <p:txBody>
          <a:bodyPr anchor="t" anchorCtr="0"/>
          <a:lstStyle/>
          <a:p>
            <a:pPr lvl="0"/>
            <a:r>
              <a:rPr lang="en-US" altLang="en-US" dirty="0"/>
              <a:t>Click to edit Master text styles</a:t>
            </a:r>
          </a:p>
          <a:p>
            <a:pPr lvl="1" indent="-228600"/>
            <a:r>
              <a:rPr lang="en-US" altLang="en-US" dirty="0"/>
              <a:t>Second level</a:t>
            </a:r>
          </a:p>
          <a:p>
            <a:pPr lvl="2" indent="-228600"/>
            <a:r>
              <a:rPr lang="en-US" altLang="en-US" dirty="0"/>
              <a:t>Third level</a:t>
            </a:r>
          </a:p>
          <a:p>
            <a:pPr lvl="3" indent="-228600"/>
            <a:r>
              <a:rPr lang="en-US" altLang="en-US" dirty="0"/>
              <a:t>Fourth level</a:t>
            </a:r>
          </a:p>
          <a:p>
            <a:pPr lvl="4" indent="-228600"/>
            <a:r>
              <a:rPr lang="en-US" altLang="en-US" dirty="0"/>
              <a:t>Fifth level</a:t>
            </a:r>
            <a:endParaRPr lang="en-IN" alt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14-10-2025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Calibri" panose="020F0502020204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microsoft.com/office/2017/06/relationships/model3d" Target="../media/model3d1.glb"/><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microsoft.com/office/2017/06/relationships/model3d" Target="../media/model3d1.glb"/><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microsoft.com/office/2017/06/relationships/model3d" Target="../media/model3d1.glb"/><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microsoft.com/office/2017/06/relationships/model3d" Target="../media/model3d1.glb"/><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12.jp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dx.doi.org/10.22161/ijaers.115.6" TargetMode="External"/><Relationship Id="rId1" Type="http://schemas.openxmlformats.org/officeDocument/2006/relationships/slideLayout" Target="../slideLayouts/slideLayout1.xml"/><Relationship Id="rId5" Type="http://schemas.openxmlformats.org/officeDocument/2006/relationships/image" Target="../media/image4.png"/><Relationship Id="rId4" Type="http://schemas.microsoft.com/office/2017/06/relationships/model3d" Target="../media/model3d1.glb"/></Relationships>
</file>

<file path=ppt/slides/_rels/slide17.xml.rels><?xml version="1.0" encoding="UTF-8" standalone="yes"?>
<Relationships xmlns="http://schemas.openxmlformats.org/package/2006/relationships"><Relationship Id="rId8" Type="http://schemas.openxmlformats.org/officeDocument/2006/relationships/hyperlink" Target="https://doi.org/10.46610/JODMM.2025.v10i02.002" TargetMode="External"/><Relationship Id="rId3" Type="http://schemas.microsoft.com/office/2017/06/relationships/model3d" Target="../media/model3d1.glb"/><Relationship Id="rId7" Type="http://schemas.openxmlformats.org/officeDocument/2006/relationships/hyperlink" Target="https://www.iosrjournals.org/iosr-jce/pages/25%284%29Series-1.html?utm_source=chatgpt.com" TargetMode="Externa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hyperlink" Target="https://scholar.google.co.in/citations?hl=en&amp;user=0gJv5NcAAAAJ&amp;utm_source=chatgpt.com" TargetMode="External"/><Relationship Id="rId5" Type="http://schemas.openxmlformats.org/officeDocument/2006/relationships/hyperlink" Target="http://www.ijrpr.com/" TargetMode="External"/><Relationship Id="rId4" Type="http://schemas.openxmlformats.org/officeDocument/2006/relationships/image" Target="../media/image4.png"/><Relationship Id="rId9" Type="http://schemas.openxmlformats.org/officeDocument/2006/relationships/hyperlink" Target="https://dx.doi.org/10.22161/ijaers.115.6"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3077" name="Rectangle 5"/>
          <p:cNvSpPr txBox="1"/>
          <p:nvPr/>
        </p:nvSpPr>
        <p:spPr>
          <a:xfrm>
            <a:off x="1891506" y="2853755"/>
            <a:ext cx="8229600" cy="398251"/>
          </a:xfrm>
          <a:prstGeom prst="rect">
            <a:avLst/>
          </a:prstGeom>
          <a:noFill/>
          <a:ln w="9525">
            <a:noFill/>
          </a:ln>
        </p:spPr>
        <p:txBody>
          <a:bodyPr anchor="t" anchorCtr="0">
            <a:spAutoFit/>
          </a:bodyPr>
          <a:lstStyle/>
          <a:p>
            <a:pPr algn="ctr">
              <a:lnSpc>
                <a:spcPct val="90000"/>
              </a:lnSpc>
              <a:spcBef>
                <a:spcPts val="1000"/>
              </a:spcBef>
            </a:pPr>
            <a:r>
              <a:rPr lang="en-US" altLang="en-US" sz="2200" b="1" i="1" u="sng" dirty="0">
                <a:solidFill>
                  <a:srgbClr val="FF0000"/>
                </a:solidFill>
                <a:latin typeface="Arial Black" panose="020B0A04020102020204" pitchFamily="34" charset="0"/>
                <a:ea typeface="Arial" panose="020B0604020202020204" pitchFamily="34" charset="0"/>
              </a:rPr>
              <a:t>Department Monitoring &amp; Information System</a:t>
            </a:r>
            <a:endParaRPr lang="en-US" altLang="en-US" sz="2200" b="1" i="1" u="sng" dirty="0">
              <a:solidFill>
                <a:srgbClr val="FF0000"/>
              </a:solidFill>
              <a:latin typeface="Castellar" panose="020A0402060406010301" pitchFamily="18" charset="0"/>
              <a:ea typeface="Arial" panose="020B0604020202020204" pitchFamily="34" charset="0"/>
            </a:endParaRPr>
          </a:p>
        </p:txBody>
      </p:sp>
      <p:sp>
        <p:nvSpPr>
          <p:cNvPr id="3078" name="Rectangle 5"/>
          <p:cNvSpPr txBox="1"/>
          <p:nvPr/>
        </p:nvSpPr>
        <p:spPr>
          <a:xfrm>
            <a:off x="838200" y="1481943"/>
            <a:ext cx="10104120" cy="1138773"/>
          </a:xfrm>
          <a:prstGeom prst="rect">
            <a:avLst/>
          </a:prstGeom>
          <a:noFill/>
          <a:ln w="9525">
            <a:noFill/>
          </a:ln>
        </p:spPr>
        <p:txBody>
          <a:bodyPr wrap="square" anchor="t" anchorCtr="0">
            <a:spAutoFit/>
          </a:bodyPr>
          <a:lstStyle/>
          <a:p>
            <a:pPr algn="ctr">
              <a:spcBef>
                <a:spcPts val="0"/>
              </a:spcBef>
            </a:pPr>
            <a:r>
              <a:rPr lang="en-US" altLang="en-US" sz="2400" b="1" i="1" dirty="0">
                <a:solidFill>
                  <a:srgbClr val="7030A0"/>
                </a:solidFill>
                <a:latin typeface="Times New Roman" panose="02020603050405020304" pitchFamily="18" charset="0"/>
              </a:rPr>
              <a:t>Progress Project Seminar</a:t>
            </a:r>
          </a:p>
          <a:p>
            <a:pPr algn="ctr">
              <a:spcBef>
                <a:spcPts val="0"/>
              </a:spcBef>
            </a:pPr>
            <a:r>
              <a:rPr lang="en-US" altLang="en-US" sz="2000" b="1" i="1" dirty="0">
                <a:latin typeface="Times New Roman" panose="02020603050405020304" pitchFamily="18" charset="0"/>
              </a:rPr>
              <a:t>Of  </a:t>
            </a:r>
            <a:r>
              <a:rPr lang="en-IN" sz="2000" b="1" dirty="0">
                <a:solidFill>
                  <a:srgbClr val="FF0000"/>
                </a:solidFill>
                <a:latin typeface="Times New Roman" panose="02020603050405020304" pitchFamily="18" charset="0"/>
                <a:ea typeface="Calibri" panose="020F0502020204030204" pitchFamily="34" charset="0"/>
              </a:rPr>
              <a:t>Minor Project</a:t>
            </a:r>
            <a:r>
              <a:rPr lang="en-IN" sz="2000" dirty="0">
                <a:latin typeface="Times New Roman" panose="02020603050405020304" pitchFamily="18" charset="0"/>
                <a:ea typeface="Calibri" panose="020F0502020204030204" pitchFamily="34" charset="0"/>
              </a:rPr>
              <a:t> under </a:t>
            </a:r>
            <a:r>
              <a:rPr lang="en-IN" sz="2000" b="1" dirty="0">
                <a:latin typeface="Times New Roman" panose="02020603050405020304" pitchFamily="18" charset="0"/>
                <a:ea typeface="Calibri" panose="020F0502020204030204" pitchFamily="34" charset="0"/>
              </a:rPr>
              <a:t>Course Category Community Engagement Project (CEP)</a:t>
            </a:r>
          </a:p>
          <a:p>
            <a:pPr algn="ctr">
              <a:spcBef>
                <a:spcPts val="0"/>
              </a:spcBef>
            </a:pPr>
            <a:r>
              <a:rPr lang="en-IN" sz="2000" b="1" dirty="0">
                <a:solidFill>
                  <a:srgbClr val="00B050"/>
                </a:solidFill>
                <a:latin typeface="Times New Roman" panose="02020603050405020304" pitchFamily="18" charset="0"/>
                <a:ea typeface="Calibri" panose="020F0502020204030204" pitchFamily="34" charset="0"/>
              </a:rPr>
              <a:t>(B. Tech 3rd Semester)</a:t>
            </a:r>
            <a:r>
              <a:rPr lang="en-IN" sz="2000" dirty="0">
                <a:solidFill>
                  <a:srgbClr val="00B050"/>
                </a:solidFill>
                <a:latin typeface="Times New Roman" panose="02020603050405020304" pitchFamily="18" charset="0"/>
                <a:ea typeface="Calibri" panose="020F0502020204030204" pitchFamily="34" charset="0"/>
              </a:rPr>
              <a:t> </a:t>
            </a:r>
            <a:r>
              <a:rPr lang="en-US" altLang="en-US" sz="2400" b="1" i="1" dirty="0">
                <a:solidFill>
                  <a:srgbClr val="00B050"/>
                </a:solidFill>
                <a:latin typeface="Times New Roman" panose="02020603050405020304" pitchFamily="18" charset="0"/>
              </a:rPr>
              <a:t> </a:t>
            </a:r>
            <a:endParaRPr lang="en-US" altLang="en-US" sz="2400" b="1" i="1" u="sng" dirty="0">
              <a:solidFill>
                <a:srgbClr val="00B050"/>
              </a:solidFill>
              <a:latin typeface="Times New Roman" panose="02020603050405020304" pitchFamily="18" charset="0"/>
              <a:ea typeface="Times New Roman" panose="02020603050405020304" pitchFamily="18" charset="0"/>
            </a:endParaRPr>
          </a:p>
        </p:txBody>
      </p:sp>
      <p:sp>
        <p:nvSpPr>
          <p:cNvPr id="3079" name="Rectangle 5"/>
          <p:cNvSpPr txBox="1"/>
          <p:nvPr/>
        </p:nvSpPr>
        <p:spPr>
          <a:xfrm>
            <a:off x="1690116" y="2527360"/>
            <a:ext cx="8229600" cy="369332"/>
          </a:xfrm>
          <a:prstGeom prst="rect">
            <a:avLst/>
          </a:prstGeom>
          <a:noFill/>
          <a:ln w="9525">
            <a:noFill/>
          </a:ln>
        </p:spPr>
        <p:txBody>
          <a:bodyPr anchor="t" anchorCtr="0">
            <a:spAutoFit/>
          </a:bodyPr>
          <a:lstStyle/>
          <a:p>
            <a:pPr algn="ctr">
              <a:lnSpc>
                <a:spcPct val="90000"/>
              </a:lnSpc>
              <a:spcBef>
                <a:spcPts val="1000"/>
              </a:spcBef>
            </a:pPr>
            <a:r>
              <a:rPr lang="en-US" altLang="en-US" sz="2000" b="1" i="1" dirty="0">
                <a:latin typeface="Times New Roman" panose="02020603050405020304" pitchFamily="18" charset="0"/>
              </a:rPr>
              <a:t>On</a:t>
            </a:r>
            <a:endParaRPr lang="en-US" altLang="en-US" sz="2000" b="1" i="1" u="sng" dirty="0">
              <a:latin typeface="Times New Roman" panose="02020603050405020304" pitchFamily="18" charset="0"/>
              <a:ea typeface="Times New Roman" panose="02020603050405020304" pitchFamily="18" charset="0"/>
            </a:endParaRPr>
          </a:p>
        </p:txBody>
      </p:sp>
      <p:sp>
        <p:nvSpPr>
          <p:cNvPr id="3081" name="Rectangle 8"/>
          <p:cNvSpPr/>
          <p:nvPr/>
        </p:nvSpPr>
        <p:spPr>
          <a:xfrm>
            <a:off x="0" y="24383"/>
            <a:ext cx="12012613" cy="1523494"/>
          </a:xfrm>
          <a:prstGeom prst="rect">
            <a:avLst/>
          </a:prstGeom>
          <a:noFill/>
          <a:ln w="9525">
            <a:noFill/>
          </a:ln>
        </p:spPr>
        <p:txBody>
          <a:bodyPr wrap="square" anchor="ctr" anchorCtr="0">
            <a:spAutoFit/>
          </a:bodyPr>
          <a:lstStyle/>
          <a:p>
            <a:pPr marL="365125" lvl="1" indent="-285750" algn="ctr" defTabSz="914400" eaLnBrk="1" hangingPunct="1">
              <a:spcBef>
                <a:spcPts val="500"/>
              </a:spcBef>
              <a:buFont typeface="Arial" panose="020B0604020202020204" pitchFamily="34" charset="0"/>
              <a:tabLst>
                <a:tab pos="1303655" algn="r"/>
                <a:tab pos="2865755" algn="ctr"/>
                <a:tab pos="5730875" algn="r"/>
              </a:tabLst>
            </a:pPr>
            <a:r>
              <a:rPr lang="en-US" altLang="en-US" sz="2300" b="1" dirty="0">
                <a:solidFill>
                  <a:srgbClr val="AB0000"/>
                </a:solidFill>
                <a:latin typeface="Times New Roman" panose="02020603050405020304" pitchFamily="18" charset="0"/>
              </a:rPr>
              <a:t>     </a:t>
            </a:r>
            <a:r>
              <a:rPr lang="en-US" altLang="en-US" sz="2000" b="1" dirty="0">
                <a:solidFill>
                  <a:srgbClr val="7030A0"/>
                </a:solidFill>
                <a:latin typeface="Times New Roman" panose="02020603050405020304" pitchFamily="18" charset="0"/>
              </a:rPr>
              <a:t>G H RAISONI COLLEGE OF ENGINEERING AND MANAGEMENT</a:t>
            </a:r>
            <a:r>
              <a:rPr lang="en-US" altLang="en-US" sz="2000" b="1" dirty="0">
                <a:solidFill>
                  <a:srgbClr val="05A724"/>
                </a:solidFill>
                <a:latin typeface="Times New Roman" panose="02020603050405020304" pitchFamily="18" charset="0"/>
              </a:rPr>
              <a:t>             </a:t>
            </a:r>
            <a:r>
              <a:rPr lang="en-US" altLang="en-US" sz="2000" b="1" dirty="0">
                <a:solidFill>
                  <a:srgbClr val="AB0000"/>
                </a:solidFill>
                <a:latin typeface="Times New Roman" panose="02020603050405020304" pitchFamily="18" charset="0"/>
              </a:rPr>
              <a:t>                                                                                 </a:t>
            </a:r>
            <a:endParaRPr lang="en-US" altLang="en-US" sz="1400" b="1" dirty="0">
              <a:solidFill>
                <a:srgbClr val="AB0000"/>
              </a:solidFill>
              <a:latin typeface="Times New Roman" panose="02020603050405020304" pitchFamily="18" charset="0"/>
            </a:endParaRPr>
          </a:p>
          <a:p>
            <a:pPr algn="ctr" defTabSz="914400" eaLnBrk="0" hangingPunct="0">
              <a:buFont typeface="Arial" panose="020B0604020202020204" pitchFamily="34" charset="0"/>
              <a:tabLst>
                <a:tab pos="1303655" algn="r"/>
                <a:tab pos="2865755" algn="ctr"/>
                <a:tab pos="5730875" algn="r"/>
              </a:tabLst>
            </a:pPr>
            <a:r>
              <a:rPr lang="en-US" sz="1400" dirty="0">
                <a:latin typeface="Calibri" panose="020F0502020204030204" pitchFamily="34" charset="0"/>
              </a:rPr>
              <a:t>(Approved by AICTE, New Delhi and Recognized by DTE, Maharashtra) </a:t>
            </a:r>
            <a:endParaRPr lang="en-US" sz="1100" dirty="0">
              <a:latin typeface="Calibri" panose="020F0502020204030204" pitchFamily="34" charset="0"/>
            </a:endParaRPr>
          </a:p>
          <a:p>
            <a:pPr algn="ctr" defTabSz="914400" eaLnBrk="0" hangingPunct="0">
              <a:buFont typeface="Arial" panose="020B0604020202020204" pitchFamily="34" charset="0"/>
              <a:tabLst>
                <a:tab pos="1303655" algn="r"/>
                <a:tab pos="2865755" algn="ctr"/>
                <a:tab pos="5730875" algn="r"/>
              </a:tabLst>
            </a:pPr>
            <a:r>
              <a:rPr lang="en-US" b="1" dirty="0">
                <a:solidFill>
                  <a:srgbClr val="C00000"/>
                </a:solidFill>
                <a:latin typeface="Calibri" panose="020F0502020204030204" pitchFamily="34" charset="0"/>
              </a:rPr>
              <a:t>   An Autonomous Institute </a:t>
            </a:r>
            <a:r>
              <a:rPr lang="en-US" sz="1400" dirty="0">
                <a:latin typeface="Calibri" panose="020F0502020204030204" pitchFamily="34" charset="0"/>
              </a:rPr>
              <a:t>Affiliated to Rashtrasant Tukadoji Maharaj Nagpur University, Nagpur</a:t>
            </a:r>
            <a:endParaRPr lang="en-US" sz="1100" dirty="0">
              <a:latin typeface="Calibri" panose="020F0502020204030204" pitchFamily="34" charset="0"/>
            </a:endParaRPr>
          </a:p>
          <a:p>
            <a:pPr algn="ctr" defTabSz="914400" eaLnBrk="0" hangingPunct="0">
              <a:buFont typeface="Arial" panose="020B0604020202020204" pitchFamily="34" charset="0"/>
              <a:tabLst>
                <a:tab pos="1303655" algn="r"/>
                <a:tab pos="2865755" algn="ctr"/>
                <a:tab pos="5730875" algn="r"/>
              </a:tabLst>
            </a:pPr>
            <a:r>
              <a:rPr lang="en-US" b="1" dirty="0">
                <a:solidFill>
                  <a:srgbClr val="C00000"/>
                </a:solidFill>
                <a:latin typeface="Calibri" panose="020F0502020204030204" pitchFamily="34" charset="0"/>
              </a:rPr>
              <a:t>Accredited by NAAC with A+ Grade</a:t>
            </a:r>
          </a:p>
          <a:p>
            <a:pPr algn="ctr" defTabSz="914400" eaLnBrk="0" hangingPunct="0">
              <a:buFont typeface="Arial" panose="020B0604020202020204" pitchFamily="34" charset="0"/>
              <a:tabLst>
                <a:tab pos="1303655" algn="r"/>
                <a:tab pos="2865755" algn="ctr"/>
                <a:tab pos="5730875" algn="r"/>
              </a:tabLst>
            </a:pPr>
            <a:r>
              <a:rPr lang="en-US" sz="2000" b="1" dirty="0">
                <a:latin typeface="Times New Roman" panose="02020603050405020304" pitchFamily="18" charset="0"/>
              </a:rPr>
              <a:t>Department of Computer Science and Engineering</a:t>
            </a: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pic>
        <p:nvPicPr>
          <p:cNvPr id="13" name="Picture 12" descr="C:\Users\Roshan_Dir_SP\AppData\Local\Packages\Microsoft.Windows.Photos_8wekyb3d8bbwe\TempState\ShareServiceTempFolder\GHRCEM Nagpur.jpe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 y="29210"/>
            <a:ext cx="2331720" cy="1506536"/>
          </a:xfrm>
          <a:prstGeom prst="rect">
            <a:avLst/>
          </a:prstGeom>
          <a:noFill/>
          <a:ln>
            <a:noFill/>
          </a:ln>
        </p:spPr>
      </p:pic>
      <p:pic>
        <p:nvPicPr>
          <p:cNvPr id="14" name="Picture 13"/>
          <p:cNvPicPr/>
          <p:nvPr/>
        </p:nvPicPr>
        <p:blipFill>
          <a:blip r:embed="rId4">
            <a:extLst>
              <a:ext uri="{28A0092B-C50C-407E-A947-70E740481C1C}">
                <a14:useLocalDpi xmlns:a14="http://schemas.microsoft.com/office/drawing/2010/main" val="0"/>
              </a:ext>
            </a:extLst>
          </a:blip>
          <a:srcRect/>
          <a:stretch>
            <a:fillRect/>
          </a:stretch>
        </p:blipFill>
        <p:spPr bwMode="auto">
          <a:xfrm>
            <a:off x="10317480" y="35718"/>
            <a:ext cx="1874520" cy="901860"/>
          </a:xfrm>
          <a:prstGeom prst="rect">
            <a:avLst/>
          </a:prstGeom>
          <a:noFill/>
          <a:ln>
            <a:noFill/>
          </a:ln>
        </p:spPr>
      </p:pic>
      <p:sp>
        <p:nvSpPr>
          <p:cNvPr id="11" name="Subtitle 2"/>
          <p:cNvSpPr txBox="1"/>
          <p:nvPr/>
        </p:nvSpPr>
        <p:spPr>
          <a:xfrm>
            <a:off x="838200" y="3165081"/>
            <a:ext cx="10031413" cy="3530799"/>
          </a:xfrm>
          <a:prstGeom prst="rect">
            <a:avLst/>
          </a:prstGeom>
        </p:spPr>
        <p:txBody>
          <a:bodyPr>
            <a:normAutofit fontScale="47500" lnSpcReduction="20000"/>
          </a:bodyPr>
          <a:lstStyle/>
          <a:p>
            <a:pPr marL="274320" marR="0" indent="-274320" defTabSz="914400" fontAlgn="auto">
              <a:spcBef>
                <a:spcPct val="20000"/>
              </a:spcBef>
              <a:spcAft>
                <a:spcPts val="0"/>
              </a:spcAft>
              <a:buClr>
                <a:schemeClr val="accent3"/>
              </a:buClr>
              <a:buSzPct val="95000"/>
              <a:buFontTx/>
              <a:buNone/>
              <a:defRPr/>
            </a:pPr>
            <a:endParaRPr kumimoji="0" lang="en-US" sz="2600" b="1" u="sng" kern="1200" cap="none" spc="0" normalizeH="0" baseline="0" noProof="0" dirty="0">
              <a:latin typeface="Times New Roman" panose="02020603050405020304" pitchFamily="18" charset="0"/>
              <a:ea typeface="+mn-ea"/>
              <a:cs typeface="Times New Roman" panose="02020603050405020304" pitchFamily="18" charset="0"/>
            </a:endParaRPr>
          </a:p>
          <a:p>
            <a:pPr marL="274320" marR="0" indent="-274320" algn="ctr" defTabSz="914400" fontAlgn="auto">
              <a:spcBef>
                <a:spcPct val="20000"/>
              </a:spcBef>
              <a:spcAft>
                <a:spcPts val="0"/>
              </a:spcAft>
              <a:buClr>
                <a:schemeClr val="accent3"/>
              </a:buClr>
              <a:buSzPct val="95000"/>
              <a:buFontTx/>
              <a:buNone/>
              <a:defRPr/>
            </a:pPr>
            <a:r>
              <a:rPr kumimoji="0" lang="en-US" sz="4500" b="1" kern="1200" cap="none" spc="0" normalizeH="0" baseline="0" noProof="0" dirty="0">
                <a:latin typeface="Times New Roman" panose="02020603050405020304" pitchFamily="18" charset="0"/>
                <a:ea typeface="+mn-ea"/>
                <a:cs typeface="Times New Roman" panose="02020603050405020304" pitchFamily="18" charset="0"/>
              </a:rPr>
              <a:t>                                 </a:t>
            </a:r>
            <a:r>
              <a:rPr kumimoji="0" lang="en-US" sz="4500" b="1" u="sng" kern="1200" cap="none" spc="0" normalizeH="0" baseline="0" noProof="0" dirty="0">
                <a:latin typeface="Times New Roman" panose="02020603050405020304" pitchFamily="18" charset="0"/>
                <a:ea typeface="+mn-ea"/>
                <a:cs typeface="Times New Roman" panose="02020603050405020304" pitchFamily="18" charset="0"/>
              </a:rPr>
              <a:t>Guide:</a:t>
            </a:r>
            <a:r>
              <a:rPr kumimoji="0" lang="en-US" sz="4500" b="1" kern="1200" cap="none" spc="0" normalizeH="0" baseline="0" noProof="0" dirty="0">
                <a:latin typeface="Times New Roman" panose="02020603050405020304" pitchFamily="18" charset="0"/>
                <a:ea typeface="+mn-ea"/>
                <a:cs typeface="Times New Roman" panose="02020603050405020304" pitchFamily="18" charset="0"/>
              </a:rPr>
              <a:t>			                                </a:t>
            </a:r>
          </a:p>
          <a:p>
            <a:pPr marL="274320" marR="0" indent="-274320" algn="ctr" defTabSz="914400" fontAlgn="auto">
              <a:spcBef>
                <a:spcPct val="20000"/>
              </a:spcBef>
              <a:spcAft>
                <a:spcPts val="0"/>
              </a:spcAft>
              <a:buClr>
                <a:schemeClr val="accent3"/>
              </a:buClr>
              <a:buSzPct val="95000"/>
              <a:buFontTx/>
              <a:buNone/>
              <a:defRPr/>
            </a:pPr>
            <a:r>
              <a:rPr lang="en-US" sz="4500" b="1" dirty="0">
                <a:latin typeface="Times New Roman" panose="02020603050405020304" pitchFamily="18" charset="0"/>
                <a:cs typeface="Times New Roman" panose="02020603050405020304" pitchFamily="18" charset="0"/>
              </a:rPr>
              <a:t>	     	        Mrs. Priyanka </a:t>
            </a:r>
            <a:r>
              <a:rPr lang="en-US" sz="4500" b="1" dirty="0" err="1">
                <a:latin typeface="Times New Roman" panose="02020603050405020304" pitchFamily="18" charset="0"/>
                <a:cs typeface="Times New Roman" panose="02020603050405020304" pitchFamily="18" charset="0"/>
              </a:rPr>
              <a:t>Gonnade</a:t>
            </a:r>
            <a:r>
              <a:rPr kumimoji="0" lang="en-US" sz="4500" b="1" kern="1200" cap="none" spc="0" normalizeH="0" baseline="0" noProof="0" dirty="0">
                <a:latin typeface="Times New Roman" panose="02020603050405020304" pitchFamily="18" charset="0"/>
                <a:ea typeface="+mn-ea"/>
                <a:cs typeface="Times New Roman" panose="02020603050405020304" pitchFamily="18" charset="0"/>
              </a:rPr>
              <a:t>		                        </a:t>
            </a:r>
            <a:r>
              <a:rPr lang="en-US" sz="4500" b="1" dirty="0">
                <a:latin typeface="Times New Roman" panose="02020603050405020304" pitchFamily="18" charset="0"/>
                <a:cs typeface="Times New Roman" panose="02020603050405020304" pitchFamily="18" charset="0"/>
              </a:rPr>
              <a:t>  </a:t>
            </a:r>
            <a:r>
              <a:rPr kumimoji="0" lang="en-US" sz="4500" b="1" kern="1200" cap="none" spc="0" normalizeH="0" baseline="0" noProof="0" dirty="0">
                <a:latin typeface="Times New Roman" panose="02020603050405020304" pitchFamily="18" charset="0"/>
                <a:ea typeface="+mn-ea"/>
                <a:cs typeface="Times New Roman" panose="02020603050405020304" pitchFamily="18" charset="0"/>
              </a:rPr>
              <a:t> </a:t>
            </a:r>
          </a:p>
          <a:p>
            <a:pPr algn="ctr" fontAlgn="ctr"/>
            <a:r>
              <a:rPr lang="en-US" sz="4400" b="1" dirty="0">
                <a:latin typeface="Times New Roman" panose="02020603050405020304" pitchFamily="18" charset="0"/>
                <a:cs typeface="Times New Roman" panose="02020603050405020304" pitchFamily="18" charset="0"/>
              </a:rPr>
              <a:t>    Assistant Professor</a:t>
            </a:r>
          </a:p>
          <a:p>
            <a:pPr algn="ctr" fontAlgn="ctr"/>
            <a:endParaRPr kumimoji="0" lang="en-US" sz="4500" b="1" u="sng" kern="1200" cap="none" spc="0" normalizeH="0" baseline="0" noProof="0" dirty="0">
              <a:latin typeface="Times New Roman" panose="02020603050405020304" pitchFamily="18" charset="0"/>
              <a:ea typeface="+mn-ea"/>
              <a:cs typeface="Times New Roman" panose="02020603050405020304" pitchFamily="18" charset="0"/>
            </a:endParaRPr>
          </a:p>
          <a:p>
            <a:pPr marR="0" algn="ctr" defTabSz="914400" fontAlgn="auto">
              <a:spcBef>
                <a:spcPct val="20000"/>
              </a:spcBef>
              <a:spcAft>
                <a:spcPts val="0"/>
              </a:spcAft>
              <a:buClr>
                <a:schemeClr val="accent3"/>
              </a:buClr>
              <a:buSzPct val="95000"/>
              <a:buFontTx/>
              <a:buNone/>
              <a:defRPr/>
            </a:pPr>
            <a:r>
              <a:rPr kumimoji="0" lang="en-US" sz="4500" b="1" u="sng" kern="1200" cap="none" spc="0" normalizeH="0" baseline="0" noProof="0" dirty="0">
                <a:latin typeface="Times New Roman" panose="02020603050405020304" pitchFamily="18" charset="0"/>
                <a:ea typeface="+mn-ea"/>
                <a:cs typeface="Times New Roman" panose="02020603050405020304" pitchFamily="18" charset="0"/>
              </a:rPr>
              <a:t>Name of </a:t>
            </a:r>
            <a:r>
              <a:rPr kumimoji="0" lang="en-US" sz="4500" b="1" u="sng" kern="1200" cap="none" spc="0" normalizeH="0" baseline="0" noProof="0" dirty="0" err="1">
                <a:latin typeface="Times New Roman" panose="02020603050405020304" pitchFamily="18" charset="0"/>
                <a:ea typeface="+mn-ea"/>
                <a:cs typeface="Times New Roman" panose="02020603050405020304" pitchFamily="18" charset="0"/>
              </a:rPr>
              <a:t>Projectees</a:t>
            </a:r>
            <a:endParaRPr kumimoji="0" lang="en-US" sz="4500" b="1" u="sng" kern="1200" cap="none" spc="0" normalizeH="0" baseline="0" noProof="0" dirty="0">
              <a:latin typeface="Times New Roman" panose="02020603050405020304" pitchFamily="18" charset="0"/>
              <a:ea typeface="+mn-ea"/>
              <a:cs typeface="Times New Roman" panose="02020603050405020304" pitchFamily="18" charset="0"/>
            </a:endParaRPr>
          </a:p>
          <a:p>
            <a:pPr marR="0" algn="ctr" defTabSz="914400" fontAlgn="auto">
              <a:spcBef>
                <a:spcPct val="20000"/>
              </a:spcBef>
              <a:spcAft>
                <a:spcPts val="0"/>
              </a:spcAft>
              <a:buClr>
                <a:schemeClr val="accent3"/>
              </a:buClr>
              <a:buSzPct val="95000"/>
              <a:buFontTx/>
              <a:buNone/>
              <a:defRPr/>
            </a:pPr>
            <a:endParaRPr kumimoji="0" lang="en-US" sz="4500" b="1" u="sng" kern="1200" cap="none" spc="0" normalizeH="0" baseline="0" noProof="0" dirty="0">
              <a:latin typeface="Times New Roman" panose="02020603050405020304" pitchFamily="18" charset="0"/>
              <a:ea typeface="+mn-ea"/>
              <a:cs typeface="Times New Roman" panose="02020603050405020304" pitchFamily="18" charset="0"/>
            </a:endParaRPr>
          </a:p>
          <a:p>
            <a:pPr marL="274320" marR="0" indent="-274320" defTabSz="914400" fontAlgn="auto">
              <a:spcBef>
                <a:spcPct val="20000"/>
              </a:spcBef>
              <a:spcAft>
                <a:spcPts val="0"/>
              </a:spcAft>
              <a:buClr>
                <a:schemeClr val="accent3"/>
              </a:buClr>
              <a:buSzPct val="95000"/>
              <a:buFontTx/>
              <a:buNone/>
              <a:defRPr/>
            </a:pPr>
            <a:r>
              <a:rPr kumimoji="0" lang="en-US" sz="4500" b="1" i="1" kern="1200" cap="none" spc="0" normalizeH="0" baseline="0" noProof="0" dirty="0">
                <a:latin typeface="Times New Roman" panose="02020603050405020304" pitchFamily="18" charset="0"/>
                <a:ea typeface="+mn-ea"/>
                <a:cs typeface="Times New Roman" panose="02020603050405020304" pitchFamily="18" charset="0"/>
              </a:rPr>
              <a:t>             </a:t>
            </a:r>
            <a:r>
              <a:rPr lang="en-US" sz="4500" b="1" dirty="0">
                <a:latin typeface="Times New Roman" panose="02020603050405020304" pitchFamily="18" charset="0"/>
                <a:cs typeface="Times New Roman" panose="02020603050405020304" pitchFamily="18" charset="0"/>
              </a:rPr>
              <a:t>Vivek Ramteke		   Yogeshwar </a:t>
            </a:r>
            <a:r>
              <a:rPr lang="en-US" sz="4500" b="1" dirty="0" err="1">
                <a:latin typeface="Times New Roman" panose="02020603050405020304" pitchFamily="18" charset="0"/>
                <a:cs typeface="Times New Roman" panose="02020603050405020304" pitchFamily="18" charset="0"/>
              </a:rPr>
              <a:t>Javanjal</a:t>
            </a:r>
            <a:r>
              <a:rPr lang="en-US" sz="4500" b="1" dirty="0">
                <a:latin typeface="Times New Roman" panose="02020603050405020304" pitchFamily="18" charset="0"/>
                <a:cs typeface="Times New Roman" panose="02020603050405020304" pitchFamily="18" charset="0"/>
              </a:rPr>
              <a:t>	   	Yash Pandey</a:t>
            </a:r>
          </a:p>
          <a:p>
            <a:pPr marL="274320" marR="0" indent="-274320" defTabSz="914400" fontAlgn="auto">
              <a:spcBef>
                <a:spcPct val="20000"/>
              </a:spcBef>
              <a:spcAft>
                <a:spcPts val="0"/>
              </a:spcAft>
              <a:buClr>
                <a:schemeClr val="accent3"/>
              </a:buClr>
              <a:buSzPct val="95000"/>
              <a:buFontTx/>
              <a:buNone/>
              <a:defRPr/>
            </a:pPr>
            <a:endParaRPr kumimoji="0" lang="en-US" sz="4500" b="1" kern="1200" cap="none" spc="0" normalizeH="0" baseline="0" noProof="0" dirty="0">
              <a:latin typeface="Times New Roman" panose="02020603050405020304" pitchFamily="18" charset="0"/>
              <a:ea typeface="+mn-ea"/>
              <a:cs typeface="Times New Roman" panose="02020603050405020304" pitchFamily="18" charset="0"/>
            </a:endParaRPr>
          </a:p>
          <a:p>
            <a:pPr marL="274320" marR="0" indent="-274320" defTabSz="914400" fontAlgn="auto">
              <a:spcBef>
                <a:spcPct val="20000"/>
              </a:spcBef>
              <a:spcAft>
                <a:spcPts val="0"/>
              </a:spcAft>
              <a:buClr>
                <a:schemeClr val="accent3"/>
              </a:buClr>
              <a:buSzPct val="95000"/>
              <a:buFontTx/>
              <a:buNone/>
              <a:defRPr/>
            </a:pPr>
            <a:r>
              <a:rPr kumimoji="0" lang="en-US" sz="4500" b="1" kern="1200" cap="none" spc="0" normalizeH="0" baseline="0" noProof="0" dirty="0">
                <a:latin typeface="Times New Roman" panose="02020603050405020304" pitchFamily="18" charset="0"/>
                <a:ea typeface="+mn-ea"/>
                <a:cs typeface="Times New Roman" panose="02020603050405020304" pitchFamily="18" charset="0"/>
              </a:rPr>
              <a:t>                 	          Yash </a:t>
            </a:r>
            <a:r>
              <a:rPr kumimoji="0" lang="en-US" sz="4500" b="1" kern="1200" cap="none" spc="0" normalizeH="0" baseline="0" noProof="0" dirty="0" err="1">
                <a:latin typeface="Times New Roman" panose="02020603050405020304" pitchFamily="18" charset="0"/>
                <a:ea typeface="+mn-ea"/>
                <a:cs typeface="Times New Roman" panose="02020603050405020304" pitchFamily="18" charset="0"/>
              </a:rPr>
              <a:t>Selokar</a:t>
            </a:r>
            <a:r>
              <a:rPr kumimoji="0" lang="en-US" sz="4500" b="1" kern="1200" cap="none" spc="0" normalizeH="0" baseline="0" noProof="0" dirty="0">
                <a:latin typeface="Times New Roman" panose="02020603050405020304" pitchFamily="18" charset="0"/>
                <a:ea typeface="+mn-ea"/>
                <a:cs typeface="Times New Roman" panose="02020603050405020304" pitchFamily="18" charset="0"/>
              </a:rPr>
              <a:t>		          Yash Pawar </a:t>
            </a:r>
            <a:endParaRPr lang="en-US" sz="2600" b="1" i="1" noProof="0" dirty="0">
              <a:latin typeface="Times New Roman" panose="02020603050405020304" pitchFamily="18" charset="0"/>
              <a:cs typeface="Times New Roman" panose="02020603050405020304" pitchFamily="18" charset="0"/>
            </a:endParaRPr>
          </a:p>
          <a:p>
            <a:pPr marL="274320" marR="0" indent="-274320" algn="ctr" defTabSz="914400" fontAlgn="auto">
              <a:spcBef>
                <a:spcPct val="20000"/>
              </a:spcBef>
              <a:spcAft>
                <a:spcPts val="0"/>
              </a:spcAft>
              <a:buClr>
                <a:schemeClr val="accent3"/>
              </a:buClr>
              <a:buSzPct val="95000"/>
              <a:buFontTx/>
              <a:buNone/>
              <a:tabLst>
                <a:tab pos="2776538" algn="l"/>
              </a:tabLst>
              <a:defRPr/>
            </a:pPr>
            <a:r>
              <a:rPr kumimoji="0" lang="en-US" sz="4500" b="1" kern="1200" cap="none" spc="0" normalizeH="0" baseline="0" noProof="0" dirty="0">
                <a:latin typeface="Times New Roman" panose="02020603050405020304" pitchFamily="18" charset="0"/>
                <a:ea typeface="+mn-ea"/>
                <a:cs typeface="Times New Roman" panose="02020603050405020304" pitchFamily="18" charset="0"/>
              </a:rPr>
              <a:t>Session 2025-2026</a:t>
            </a:r>
            <a:endParaRPr kumimoji="0" lang="en-US" sz="2600" kern="1200" cap="none" spc="0" normalizeH="0" baseline="0" noProof="0" dirty="0">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8" name="Title 1"/>
          <p:cNvSpPr txBox="1"/>
          <p:nvPr/>
        </p:nvSpPr>
        <p:spPr bwMode="auto">
          <a:xfrm>
            <a:off x="428625" y="5343525"/>
            <a:ext cx="1044575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endPar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10" name="Content Placeholder 2"/>
          <p:cNvSpPr txBox="1"/>
          <p:nvPr/>
        </p:nvSpPr>
        <p:spPr bwMode="auto">
          <a:xfrm>
            <a:off x="428625" y="1303256"/>
            <a:ext cx="10445750" cy="412115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a:noAutofit/>
          </a:bodyPr>
          <a:lstStyle>
            <a:lvl1pPr marL="0" indent="0" algn="ctr" rtl="0" eaLnBrk="0" fontAlgn="base" hangingPunct="0">
              <a:lnSpc>
                <a:spcPct val="90000"/>
              </a:lnSpc>
              <a:spcBef>
                <a:spcPts val="1000"/>
              </a:spcBef>
              <a:spcAft>
                <a:spcPct val="0"/>
              </a:spcAft>
              <a:buFont typeface="Arial" panose="020B0604020202020204" pitchFamily="34" charset="0"/>
              <a:buNone/>
              <a:defRPr sz="2400" kern="1200">
                <a:solidFill>
                  <a:schemeClr val="tx1"/>
                </a:solidFill>
                <a:latin typeface="+mn-lt"/>
                <a:ea typeface="+mn-ea"/>
                <a:cs typeface="+mn-cs"/>
              </a:defRPr>
            </a:lvl1pPr>
            <a:lvl2pPr marL="457200" indent="0" algn="ctr" rtl="0" eaLnBrk="0" fontAlgn="base" hangingPunct="0">
              <a:lnSpc>
                <a:spcPct val="90000"/>
              </a:lnSpc>
              <a:spcBef>
                <a:spcPts val="500"/>
              </a:spcBef>
              <a:spcAft>
                <a:spcPct val="0"/>
              </a:spcAft>
              <a:buFont typeface="Arial" panose="020B0604020202020204" pitchFamily="34" charset="0"/>
              <a:buNone/>
              <a:defRPr sz="2000" kern="1200">
                <a:solidFill>
                  <a:schemeClr val="tx1"/>
                </a:solidFill>
                <a:latin typeface="+mn-lt"/>
                <a:ea typeface="+mn-ea"/>
                <a:cs typeface="+mn-cs"/>
              </a:defRPr>
            </a:lvl2pPr>
            <a:lvl3pPr marL="914400" indent="0" algn="ctr" rtl="0" eaLnBrk="0" fontAlgn="base" hangingPunct="0">
              <a:lnSpc>
                <a:spcPct val="90000"/>
              </a:lnSpc>
              <a:spcBef>
                <a:spcPts val="500"/>
              </a:spcBef>
              <a:spcAft>
                <a:spcPct val="0"/>
              </a:spcAft>
              <a:buFont typeface="Arial" panose="020B0604020202020204" pitchFamily="34" charset="0"/>
              <a:buNone/>
              <a:defRPr sz="1800" kern="1200">
                <a:solidFill>
                  <a:schemeClr val="tx1"/>
                </a:solidFill>
                <a:latin typeface="+mn-lt"/>
                <a:ea typeface="+mn-ea"/>
                <a:cs typeface="+mn-cs"/>
              </a:defRPr>
            </a:lvl3pPr>
            <a:lvl4pPr marL="1371600" indent="0" algn="ctr" rtl="0" eaLnBrk="0" fontAlgn="base" hangingPunct="0">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4pPr>
            <a:lvl5pPr marL="1828800" indent="0" algn="ctr" rtl="0" eaLnBrk="0" fontAlgn="base" hangingPunct="0">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74320" marR="0" lvl="0" indent="-274320" algn="just" defTabSz="914400" rtl="0" eaLnBrk="1" fontAlgn="auto" latinLnBrk="0" hangingPunct="1">
              <a:lnSpc>
                <a:spcPct val="100000"/>
              </a:lnSpc>
              <a:spcBef>
                <a:spcPts val="1000"/>
              </a:spcBef>
              <a:spcAft>
                <a:spcPts val="0"/>
              </a:spcAft>
              <a:buClr>
                <a:schemeClr val="accent3"/>
              </a:buClr>
              <a:buSzTx/>
              <a:buFont typeface="Wingdings 2" panose="05020102010507070707"/>
              <a:buChar char=""/>
              <a:defRPr/>
            </a:pPr>
            <a:r>
              <a:rPr kumimoji="0" lang="en-US"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Introduction </a:t>
            </a:r>
          </a:p>
          <a:p>
            <a:pPr marL="274320" marR="0" lvl="0" indent="-274320" algn="just" defTabSz="914400" rtl="0" eaLnBrk="1" fontAlgn="auto" latinLnBrk="0" hangingPunct="1">
              <a:lnSpc>
                <a:spcPct val="100000"/>
              </a:lnSpc>
              <a:spcBef>
                <a:spcPts val="1000"/>
              </a:spcBef>
              <a:spcAft>
                <a:spcPts val="0"/>
              </a:spcAft>
              <a:buClr>
                <a:schemeClr val="accent3"/>
              </a:buClr>
              <a:buSzTx/>
              <a:buFont typeface="Wingdings 2" panose="05020102010507070707"/>
              <a:buChar char=""/>
              <a:defRPr/>
            </a:pPr>
            <a:r>
              <a:rPr lang="en-US" noProof="0" dirty="0">
                <a:ln>
                  <a:noFill/>
                </a:ln>
                <a:effectLst/>
                <a:uLnTx/>
                <a:uFillTx/>
                <a:latin typeface="Times New Roman" panose="02020603050405020304" pitchFamily="18" charset="0"/>
                <a:cs typeface="Times New Roman" panose="02020603050405020304" pitchFamily="18" charset="0"/>
                <a:sym typeface="+mn-ea"/>
              </a:rPr>
              <a:t>Literature Survey </a:t>
            </a:r>
            <a:endParaRPr kumimoji="0" lang="en-US"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274320" indent="-274320" algn="just" eaLnBrk="1" fontAlgn="auto" hangingPunct="1">
              <a:lnSpc>
                <a:spcPct val="100000"/>
              </a:lnSpc>
              <a:spcAft>
                <a:spcPts val="0"/>
              </a:spcAft>
              <a:buClr>
                <a:schemeClr val="accent3"/>
              </a:buClr>
              <a:buFont typeface="Wingdings 2" panose="05020102010507070707"/>
              <a:buChar char=""/>
              <a:defRPr/>
            </a:pPr>
            <a:r>
              <a:rPr lang="en-IN" dirty="0">
                <a:latin typeface="Times New Roman" panose="02020603050405020304" pitchFamily="18" charset="0"/>
                <a:cs typeface="Times New Roman" panose="02020603050405020304" pitchFamily="18" charset="0"/>
              </a:rPr>
              <a:t>Objectives of the Project</a:t>
            </a:r>
            <a:endParaRPr kumimoji="0" lang="en-US"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274320" indent="-274320" algn="just" eaLnBrk="1" fontAlgn="auto" hangingPunct="1">
              <a:lnSpc>
                <a:spcPct val="100000"/>
              </a:lnSpc>
              <a:spcAft>
                <a:spcPts val="0"/>
              </a:spcAft>
              <a:buClr>
                <a:schemeClr val="accent3"/>
              </a:buClr>
              <a:buFont typeface="Wingdings 2" panose="05020102010507070707"/>
              <a:buChar char=""/>
              <a:defRPr/>
            </a:pPr>
            <a:r>
              <a:rPr lang="en-US" dirty="0">
                <a:latin typeface="Times New Roman" panose="02020603050405020304" pitchFamily="18" charset="0"/>
                <a:cs typeface="Times New Roman" panose="02020603050405020304" pitchFamily="18" charset="0"/>
              </a:rPr>
              <a:t>Flow chart/Block Diagram</a:t>
            </a:r>
          </a:p>
          <a:p>
            <a:pPr marL="274320" indent="-274320" algn="just" eaLnBrk="1" fontAlgn="auto" hangingPunct="1">
              <a:lnSpc>
                <a:spcPct val="100000"/>
              </a:lnSpc>
              <a:spcAft>
                <a:spcPts val="0"/>
              </a:spcAft>
              <a:buClr>
                <a:schemeClr val="accent3"/>
              </a:buClr>
              <a:buFont typeface="Wingdings 2" panose="05020102010507070707"/>
              <a:buChar char=""/>
              <a:defRPr/>
            </a:pPr>
            <a:r>
              <a:rPr kumimoji="0" lang="en-US"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Mentor’s Suggestion </a:t>
            </a:r>
          </a:p>
          <a:p>
            <a:pPr marL="274320" marR="0" lvl="0" indent="-274320" algn="just" defTabSz="914400" rtl="0" eaLnBrk="1" fontAlgn="auto" latinLnBrk="0" hangingPunct="1">
              <a:lnSpc>
                <a:spcPct val="100000"/>
              </a:lnSpc>
              <a:spcBef>
                <a:spcPts val="1000"/>
              </a:spcBef>
              <a:spcAft>
                <a:spcPts val="0"/>
              </a:spcAft>
              <a:buClr>
                <a:schemeClr val="accent3"/>
              </a:buClr>
              <a:buSzTx/>
              <a:buFont typeface="Wingdings 2" panose="05020102010507070707"/>
              <a:buChar char=""/>
              <a:defRPr/>
            </a:pPr>
            <a:r>
              <a:rPr kumimoji="0" lang="en-US"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Innovative Work</a:t>
            </a:r>
          </a:p>
          <a:p>
            <a:pPr marL="274320" marR="0" lvl="0" indent="-274320" algn="just" defTabSz="914400" rtl="0" eaLnBrk="1" fontAlgn="auto" latinLnBrk="0" hangingPunct="1">
              <a:lnSpc>
                <a:spcPct val="100000"/>
              </a:lnSpc>
              <a:spcBef>
                <a:spcPts val="1000"/>
              </a:spcBef>
              <a:spcAft>
                <a:spcPts val="0"/>
              </a:spcAft>
              <a:buClr>
                <a:schemeClr val="accent3"/>
              </a:buClr>
              <a:buSzTx/>
              <a:buFont typeface="Wingdings 2" panose="05020102010507070707"/>
              <a:buChar char=""/>
              <a:defRPr/>
            </a:pPr>
            <a:r>
              <a:rPr kumimoji="0" lang="en-US"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Work Done(till date)</a:t>
            </a:r>
          </a:p>
          <a:p>
            <a:pPr marL="274320" marR="0" lvl="0" indent="-274320" algn="just" defTabSz="914400" rtl="0" eaLnBrk="1" fontAlgn="auto" latinLnBrk="0" hangingPunct="1">
              <a:lnSpc>
                <a:spcPct val="100000"/>
              </a:lnSpc>
              <a:spcBef>
                <a:spcPts val="1000"/>
              </a:spcBef>
              <a:spcAft>
                <a:spcPts val="0"/>
              </a:spcAft>
              <a:buClr>
                <a:schemeClr val="accent3"/>
              </a:buClr>
              <a:buSzTx/>
              <a:buFont typeface="Wingdings 2" panose="05020102010507070707"/>
              <a:buChar char=""/>
              <a:defRPr/>
            </a:pPr>
            <a:r>
              <a:rPr lang="en-US" dirty="0">
                <a:latin typeface="Times New Roman" panose="02020603050405020304" pitchFamily="18" charset="0"/>
                <a:cs typeface="Times New Roman" panose="02020603050405020304" pitchFamily="18" charset="0"/>
              </a:rPr>
              <a:t>Result &amp; Discussion(till date)</a:t>
            </a:r>
          </a:p>
          <a:p>
            <a:pPr marL="274320" marR="0" lvl="0" indent="-274320" algn="just" defTabSz="914400" rtl="0" eaLnBrk="1" fontAlgn="auto" latinLnBrk="0" hangingPunct="1">
              <a:lnSpc>
                <a:spcPct val="100000"/>
              </a:lnSpc>
              <a:spcBef>
                <a:spcPts val="1000"/>
              </a:spcBef>
              <a:spcAft>
                <a:spcPts val="0"/>
              </a:spcAft>
              <a:buClr>
                <a:schemeClr val="accent3"/>
              </a:buClr>
              <a:buSzTx/>
              <a:buFont typeface="Wingdings 2" panose="05020102010507070707"/>
              <a:buChar char=""/>
              <a:defRPr/>
            </a:pPr>
            <a:r>
              <a:rPr kumimoji="0" lang="en-US"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Work plan</a:t>
            </a:r>
          </a:p>
          <a:p>
            <a:pPr marL="274320" marR="0" lvl="0" indent="-274320" algn="just" defTabSz="914400" rtl="0" eaLnBrk="1" fontAlgn="auto" latinLnBrk="0" hangingPunct="1">
              <a:lnSpc>
                <a:spcPct val="100000"/>
              </a:lnSpc>
              <a:spcBef>
                <a:spcPts val="1000"/>
              </a:spcBef>
              <a:spcAft>
                <a:spcPts val="0"/>
              </a:spcAft>
              <a:buClr>
                <a:schemeClr val="accent3"/>
              </a:buClr>
              <a:buSzTx/>
              <a:buFont typeface="Wingdings 2" panose="05020102010507070707"/>
              <a:buChar char=""/>
              <a:defRPr/>
            </a:pPr>
            <a:r>
              <a:rPr kumimoji="0" lang="en-US"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References </a:t>
            </a:r>
          </a:p>
        </p:txBody>
      </p:sp>
      <p:sp>
        <p:nvSpPr>
          <p:cNvPr id="12" name="Title 1"/>
          <p:cNvSpPr txBox="1"/>
          <p:nvPr/>
        </p:nvSpPr>
        <p:spPr bwMode="auto">
          <a:xfrm>
            <a:off x="0" y="-20328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bg1"/>
                </a:solidFill>
                <a:effectLst/>
                <a:uLnTx/>
                <a:uFillTx/>
                <a:latin typeface="Times New Roman" panose="02020603050405020304" pitchFamily="18" charset="0"/>
                <a:ea typeface="+mj-ea"/>
                <a:cs typeface="Times New Roman" panose="02020603050405020304" pitchFamily="18" charset="0"/>
              </a:rPr>
              <a:t>Contents</a:t>
            </a:r>
          </a:p>
        </p:txBody>
      </p:sp>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mc:AlternateContent xmlns:mc="http://schemas.openxmlformats.org/markup-compatibility/2006">
        <mc:Choice xmlns:am3d="http://schemas.microsoft.com/office/drawing/2017/model3d" Requires="am3d">
          <p:graphicFrame>
            <p:nvGraphicFramePr>
              <p:cNvPr id="2" name="3D Model 1" descr="Male Wizard 2 Hat">
                <a:extLst>
                  <a:ext uri="{FF2B5EF4-FFF2-40B4-BE49-F238E27FC236}">
                    <a16:creationId xmlns:a16="http://schemas.microsoft.com/office/drawing/2014/main" id="{FBF3ED0F-1CB7-F152-0E6F-A3789DBB90E0}"/>
                  </a:ext>
                </a:extLst>
              </p:cNvPr>
              <p:cNvGraphicFramePr>
                <a:graphicFrameLocks noChangeAspect="1"/>
              </p:cNvGraphicFramePr>
              <p:nvPr>
                <p:extLst>
                  <p:ext uri="{D42A27DB-BD31-4B8C-83A1-F6EECF244321}">
                    <p14:modId xmlns:p14="http://schemas.microsoft.com/office/powerpoint/2010/main" val="1082210435"/>
                  </p:ext>
                </p:extLst>
              </p:nvPr>
            </p:nvGraphicFramePr>
            <p:xfrm>
              <a:off x="463221" y="1873933"/>
              <a:ext cx="302992" cy="397677"/>
            </p:xfrm>
            <a:graphic>
              <a:graphicData uri="http://schemas.microsoft.com/office/drawing/2017/model3d">
                <am3d:model3d r:embed="rId3">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descr="Male Wizard 2 Hat">
                <a:extLst>
                  <a:ext uri="{FF2B5EF4-FFF2-40B4-BE49-F238E27FC236}">
                    <a16:creationId xmlns:a16="http://schemas.microsoft.com/office/drawing/2014/main" id="{FBF3ED0F-1CB7-F152-0E6F-A3789DBB90E0}"/>
                  </a:ext>
                </a:extLst>
              </p:cNvPr>
              <p:cNvPicPr>
                <a:picLocks noGrp="1" noRot="1" noChangeAspect="1" noMove="1" noResize="1" noEditPoints="1" noAdjustHandles="1" noChangeArrowheads="1" noChangeShapeType="1" noCrop="1"/>
              </p:cNvPicPr>
              <p:nvPr/>
            </p:nvPicPr>
            <p:blipFill>
              <a:blip r:embed="rId4"/>
              <a:stretch>
                <a:fillRect/>
              </a:stretch>
            </p:blipFill>
            <p:spPr>
              <a:xfrm>
                <a:off x="463221" y="1873933"/>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3" name="3D Model 2" descr="Male Wizard 2 Hat">
                <a:extLst>
                  <a:ext uri="{FF2B5EF4-FFF2-40B4-BE49-F238E27FC236}">
                    <a16:creationId xmlns:a16="http://schemas.microsoft.com/office/drawing/2014/main" id="{D0B7CA12-E245-0FB5-3658-E238C529414E}"/>
                  </a:ext>
                </a:extLst>
              </p:cNvPr>
              <p:cNvGraphicFramePr>
                <a:graphicFrameLocks noChangeAspect="1"/>
              </p:cNvGraphicFramePr>
              <p:nvPr>
                <p:extLst>
                  <p:ext uri="{D42A27DB-BD31-4B8C-83A1-F6EECF244321}">
                    <p14:modId xmlns:p14="http://schemas.microsoft.com/office/powerpoint/2010/main" val="2509057664"/>
                  </p:ext>
                </p:extLst>
              </p:nvPr>
            </p:nvGraphicFramePr>
            <p:xfrm>
              <a:off x="445923" y="2265574"/>
              <a:ext cx="302992" cy="397677"/>
            </p:xfrm>
            <a:graphic>
              <a:graphicData uri="http://schemas.microsoft.com/office/drawing/2017/model3d">
                <am3d:model3d r:embed="rId3">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 name="3D Model 2" descr="Male Wizard 2 Hat">
                <a:extLst>
                  <a:ext uri="{FF2B5EF4-FFF2-40B4-BE49-F238E27FC236}">
                    <a16:creationId xmlns:a16="http://schemas.microsoft.com/office/drawing/2014/main" id="{D0B7CA12-E245-0FB5-3658-E238C529414E}"/>
                  </a:ext>
                </a:extLst>
              </p:cNvPr>
              <p:cNvPicPr>
                <a:picLocks noGrp="1" noRot="1" noChangeAspect="1" noMove="1" noResize="1" noEditPoints="1" noAdjustHandles="1" noChangeArrowheads="1" noChangeShapeType="1" noCrop="1"/>
              </p:cNvPicPr>
              <p:nvPr/>
            </p:nvPicPr>
            <p:blipFill>
              <a:blip r:embed="rId4"/>
              <a:stretch>
                <a:fillRect/>
              </a:stretch>
            </p:blipFill>
            <p:spPr>
              <a:xfrm>
                <a:off x="445923" y="2265574"/>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4" name="3D Model 3" descr="Male Wizard 2 Hat">
                <a:extLst>
                  <a:ext uri="{FF2B5EF4-FFF2-40B4-BE49-F238E27FC236}">
                    <a16:creationId xmlns:a16="http://schemas.microsoft.com/office/drawing/2014/main" id="{8728E732-912E-9A40-B06A-2DE925D56EAC}"/>
                  </a:ext>
                </a:extLst>
              </p:cNvPr>
              <p:cNvGraphicFramePr>
                <a:graphicFrameLocks noChangeAspect="1"/>
              </p:cNvGraphicFramePr>
              <p:nvPr>
                <p:extLst>
                  <p:ext uri="{D42A27DB-BD31-4B8C-83A1-F6EECF244321}">
                    <p14:modId xmlns:p14="http://schemas.microsoft.com/office/powerpoint/2010/main" val="779395643"/>
                  </p:ext>
                </p:extLst>
              </p:nvPr>
            </p:nvGraphicFramePr>
            <p:xfrm>
              <a:off x="445923" y="1385097"/>
              <a:ext cx="302992" cy="397677"/>
            </p:xfrm>
            <a:graphic>
              <a:graphicData uri="http://schemas.microsoft.com/office/drawing/2017/model3d">
                <am3d:model3d r:embed="rId3">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 name="3D Model 3" descr="Male Wizard 2 Hat">
                <a:extLst>
                  <a:ext uri="{FF2B5EF4-FFF2-40B4-BE49-F238E27FC236}">
                    <a16:creationId xmlns:a16="http://schemas.microsoft.com/office/drawing/2014/main" id="{8728E732-912E-9A40-B06A-2DE925D56EAC}"/>
                  </a:ext>
                </a:extLst>
              </p:cNvPr>
              <p:cNvPicPr>
                <a:picLocks noGrp="1" noRot="1" noChangeAspect="1" noMove="1" noResize="1" noEditPoints="1" noAdjustHandles="1" noChangeArrowheads="1" noChangeShapeType="1" noCrop="1"/>
              </p:cNvPicPr>
              <p:nvPr/>
            </p:nvPicPr>
            <p:blipFill>
              <a:blip r:embed="rId4"/>
              <a:stretch>
                <a:fillRect/>
              </a:stretch>
            </p:blipFill>
            <p:spPr>
              <a:xfrm>
                <a:off x="445923" y="1385097"/>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5" name="3D Model 4" descr="Male Wizard 2 Hat">
                <a:extLst>
                  <a:ext uri="{FF2B5EF4-FFF2-40B4-BE49-F238E27FC236}">
                    <a16:creationId xmlns:a16="http://schemas.microsoft.com/office/drawing/2014/main" id="{46EFAE42-21AE-A931-3C21-3E2264578A19}"/>
                  </a:ext>
                </a:extLst>
              </p:cNvPr>
              <p:cNvGraphicFramePr>
                <a:graphicFrameLocks noChangeAspect="1"/>
              </p:cNvGraphicFramePr>
              <p:nvPr>
                <p:extLst>
                  <p:ext uri="{D42A27DB-BD31-4B8C-83A1-F6EECF244321}">
                    <p14:modId xmlns:p14="http://schemas.microsoft.com/office/powerpoint/2010/main" val="989854988"/>
                  </p:ext>
                </p:extLst>
              </p:nvPr>
            </p:nvGraphicFramePr>
            <p:xfrm>
              <a:off x="445923" y="2783594"/>
              <a:ext cx="302992" cy="397677"/>
            </p:xfrm>
            <a:graphic>
              <a:graphicData uri="http://schemas.microsoft.com/office/drawing/2017/model3d">
                <am3d:model3d r:embed="rId3">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3D Model 4" descr="Male Wizard 2 Hat">
                <a:extLst>
                  <a:ext uri="{FF2B5EF4-FFF2-40B4-BE49-F238E27FC236}">
                    <a16:creationId xmlns:a16="http://schemas.microsoft.com/office/drawing/2014/main" id="{46EFAE42-21AE-A931-3C21-3E2264578A19}"/>
                  </a:ext>
                </a:extLst>
              </p:cNvPr>
              <p:cNvPicPr>
                <a:picLocks noGrp="1" noRot="1" noChangeAspect="1" noMove="1" noResize="1" noEditPoints="1" noAdjustHandles="1" noChangeArrowheads="1" noChangeShapeType="1" noCrop="1"/>
              </p:cNvPicPr>
              <p:nvPr/>
            </p:nvPicPr>
            <p:blipFill>
              <a:blip r:embed="rId4"/>
              <a:stretch>
                <a:fillRect/>
              </a:stretch>
            </p:blipFill>
            <p:spPr>
              <a:xfrm>
                <a:off x="445923" y="2783594"/>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6" name="3D Model 5" descr="Male Wizard 2 Hat">
                <a:extLst>
                  <a:ext uri="{FF2B5EF4-FFF2-40B4-BE49-F238E27FC236}">
                    <a16:creationId xmlns:a16="http://schemas.microsoft.com/office/drawing/2014/main" id="{13D436E2-C40D-7DE8-F584-E14C0CD20EE1}"/>
                  </a:ext>
                </a:extLst>
              </p:cNvPr>
              <p:cNvGraphicFramePr>
                <a:graphicFrameLocks noChangeAspect="1"/>
              </p:cNvGraphicFramePr>
              <p:nvPr>
                <p:extLst>
                  <p:ext uri="{D42A27DB-BD31-4B8C-83A1-F6EECF244321}">
                    <p14:modId xmlns:p14="http://schemas.microsoft.com/office/powerpoint/2010/main" val="1639204910"/>
                  </p:ext>
                </p:extLst>
              </p:nvPr>
            </p:nvGraphicFramePr>
            <p:xfrm>
              <a:off x="428625" y="3256734"/>
              <a:ext cx="302992" cy="397677"/>
            </p:xfrm>
            <a:graphic>
              <a:graphicData uri="http://schemas.microsoft.com/office/drawing/2017/model3d">
                <am3d:model3d r:embed="rId3">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 name="3D Model 5" descr="Male Wizard 2 Hat">
                <a:extLst>
                  <a:ext uri="{FF2B5EF4-FFF2-40B4-BE49-F238E27FC236}">
                    <a16:creationId xmlns:a16="http://schemas.microsoft.com/office/drawing/2014/main" id="{13D436E2-C40D-7DE8-F584-E14C0CD20EE1}"/>
                  </a:ext>
                </a:extLst>
              </p:cNvPr>
              <p:cNvPicPr>
                <a:picLocks noGrp="1" noRot="1" noChangeAspect="1" noMove="1" noResize="1" noEditPoints="1" noAdjustHandles="1" noChangeArrowheads="1" noChangeShapeType="1" noCrop="1"/>
              </p:cNvPicPr>
              <p:nvPr/>
            </p:nvPicPr>
            <p:blipFill>
              <a:blip r:embed="rId4"/>
              <a:stretch>
                <a:fillRect/>
              </a:stretch>
            </p:blipFill>
            <p:spPr>
              <a:xfrm>
                <a:off x="428625" y="3256734"/>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9" name="3D Model 8" descr="Male Wizard 2 Hat">
                <a:extLst>
                  <a:ext uri="{FF2B5EF4-FFF2-40B4-BE49-F238E27FC236}">
                    <a16:creationId xmlns:a16="http://schemas.microsoft.com/office/drawing/2014/main" id="{63A04A21-7363-827D-6179-8E6CF41AC05E}"/>
                  </a:ext>
                </a:extLst>
              </p:cNvPr>
              <p:cNvGraphicFramePr>
                <a:graphicFrameLocks noChangeAspect="1"/>
              </p:cNvGraphicFramePr>
              <p:nvPr>
                <p:extLst>
                  <p:ext uri="{D42A27DB-BD31-4B8C-83A1-F6EECF244321}">
                    <p14:modId xmlns:p14="http://schemas.microsoft.com/office/powerpoint/2010/main" val="3866997429"/>
                  </p:ext>
                </p:extLst>
              </p:nvPr>
            </p:nvGraphicFramePr>
            <p:xfrm>
              <a:off x="445923" y="3785856"/>
              <a:ext cx="302992" cy="397677"/>
            </p:xfrm>
            <a:graphic>
              <a:graphicData uri="http://schemas.microsoft.com/office/drawing/2017/model3d">
                <am3d:model3d r:embed="rId3">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 name="3D Model 8" descr="Male Wizard 2 Hat">
                <a:extLst>
                  <a:ext uri="{FF2B5EF4-FFF2-40B4-BE49-F238E27FC236}">
                    <a16:creationId xmlns:a16="http://schemas.microsoft.com/office/drawing/2014/main" id="{63A04A21-7363-827D-6179-8E6CF41AC05E}"/>
                  </a:ext>
                </a:extLst>
              </p:cNvPr>
              <p:cNvPicPr>
                <a:picLocks noGrp="1" noRot="1" noChangeAspect="1" noMove="1" noResize="1" noEditPoints="1" noAdjustHandles="1" noChangeArrowheads="1" noChangeShapeType="1" noCrop="1"/>
              </p:cNvPicPr>
              <p:nvPr/>
            </p:nvPicPr>
            <p:blipFill>
              <a:blip r:embed="rId4"/>
              <a:stretch>
                <a:fillRect/>
              </a:stretch>
            </p:blipFill>
            <p:spPr>
              <a:xfrm>
                <a:off x="445923" y="3785856"/>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1" name="3D Model 10" descr="Male Wizard 2 Hat">
                <a:extLst>
                  <a:ext uri="{FF2B5EF4-FFF2-40B4-BE49-F238E27FC236}">
                    <a16:creationId xmlns:a16="http://schemas.microsoft.com/office/drawing/2014/main" id="{F8800F31-D3F9-0D84-E6ED-E755BE356B04}"/>
                  </a:ext>
                </a:extLst>
              </p:cNvPr>
              <p:cNvGraphicFramePr>
                <a:graphicFrameLocks noChangeAspect="1"/>
              </p:cNvGraphicFramePr>
              <p:nvPr>
                <p:extLst>
                  <p:ext uri="{D42A27DB-BD31-4B8C-83A1-F6EECF244321}">
                    <p14:modId xmlns:p14="http://schemas.microsoft.com/office/powerpoint/2010/main" val="3901157172"/>
                  </p:ext>
                </p:extLst>
              </p:nvPr>
            </p:nvGraphicFramePr>
            <p:xfrm>
              <a:off x="445923" y="4234407"/>
              <a:ext cx="302992" cy="397677"/>
            </p:xfrm>
            <a:graphic>
              <a:graphicData uri="http://schemas.microsoft.com/office/drawing/2017/model3d">
                <am3d:model3d r:embed="rId3">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3D Model 10" descr="Male Wizard 2 Hat">
                <a:extLst>
                  <a:ext uri="{FF2B5EF4-FFF2-40B4-BE49-F238E27FC236}">
                    <a16:creationId xmlns:a16="http://schemas.microsoft.com/office/drawing/2014/main" id="{F8800F31-D3F9-0D84-E6ED-E755BE356B04}"/>
                  </a:ext>
                </a:extLst>
              </p:cNvPr>
              <p:cNvPicPr>
                <a:picLocks noGrp="1" noRot="1" noChangeAspect="1" noMove="1" noResize="1" noEditPoints="1" noAdjustHandles="1" noChangeArrowheads="1" noChangeShapeType="1" noCrop="1"/>
              </p:cNvPicPr>
              <p:nvPr/>
            </p:nvPicPr>
            <p:blipFill>
              <a:blip r:embed="rId4"/>
              <a:stretch>
                <a:fillRect/>
              </a:stretch>
            </p:blipFill>
            <p:spPr>
              <a:xfrm>
                <a:off x="445923" y="4234407"/>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3" name="3D Model 12" descr="Male Wizard 2 Hat">
                <a:extLst>
                  <a:ext uri="{FF2B5EF4-FFF2-40B4-BE49-F238E27FC236}">
                    <a16:creationId xmlns:a16="http://schemas.microsoft.com/office/drawing/2014/main" id="{65DF6FD9-21E4-07B0-78DA-950B8F3489C1}"/>
                  </a:ext>
                </a:extLst>
              </p:cNvPr>
              <p:cNvGraphicFramePr>
                <a:graphicFrameLocks noChangeAspect="1"/>
              </p:cNvGraphicFramePr>
              <p:nvPr>
                <p:extLst>
                  <p:ext uri="{D42A27DB-BD31-4B8C-83A1-F6EECF244321}">
                    <p14:modId xmlns:p14="http://schemas.microsoft.com/office/powerpoint/2010/main" val="3455298308"/>
                  </p:ext>
                </p:extLst>
              </p:nvPr>
            </p:nvGraphicFramePr>
            <p:xfrm>
              <a:off x="428625" y="4729987"/>
              <a:ext cx="302992" cy="397677"/>
            </p:xfrm>
            <a:graphic>
              <a:graphicData uri="http://schemas.microsoft.com/office/drawing/2017/model3d">
                <am3d:model3d r:embed="rId3">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3" name="3D Model 12" descr="Male Wizard 2 Hat">
                <a:extLst>
                  <a:ext uri="{FF2B5EF4-FFF2-40B4-BE49-F238E27FC236}">
                    <a16:creationId xmlns:a16="http://schemas.microsoft.com/office/drawing/2014/main" id="{65DF6FD9-21E4-07B0-78DA-950B8F3489C1}"/>
                  </a:ext>
                </a:extLst>
              </p:cNvPr>
              <p:cNvPicPr>
                <a:picLocks noGrp="1" noRot="1" noChangeAspect="1" noMove="1" noResize="1" noEditPoints="1" noAdjustHandles="1" noChangeArrowheads="1" noChangeShapeType="1" noCrop="1"/>
              </p:cNvPicPr>
              <p:nvPr/>
            </p:nvPicPr>
            <p:blipFill>
              <a:blip r:embed="rId4"/>
              <a:stretch>
                <a:fillRect/>
              </a:stretch>
            </p:blipFill>
            <p:spPr>
              <a:xfrm>
                <a:off x="428625" y="4729987"/>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4" name="3D Model 13" descr="Male Wizard 2 Hat">
                <a:extLst>
                  <a:ext uri="{FF2B5EF4-FFF2-40B4-BE49-F238E27FC236}">
                    <a16:creationId xmlns:a16="http://schemas.microsoft.com/office/drawing/2014/main" id="{5524E913-4AD1-B783-5DB1-858288C7F1CD}"/>
                  </a:ext>
                </a:extLst>
              </p:cNvPr>
              <p:cNvGraphicFramePr>
                <a:graphicFrameLocks noChangeAspect="1"/>
              </p:cNvGraphicFramePr>
              <p:nvPr>
                <p:extLst>
                  <p:ext uri="{D42A27DB-BD31-4B8C-83A1-F6EECF244321}">
                    <p14:modId xmlns:p14="http://schemas.microsoft.com/office/powerpoint/2010/main" val="312644024"/>
                  </p:ext>
                </p:extLst>
              </p:nvPr>
            </p:nvGraphicFramePr>
            <p:xfrm>
              <a:off x="428625" y="5225567"/>
              <a:ext cx="302992" cy="397677"/>
            </p:xfrm>
            <a:graphic>
              <a:graphicData uri="http://schemas.microsoft.com/office/drawing/2017/model3d">
                <am3d:model3d r:embed="rId3">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4" name="3D Model 13" descr="Male Wizard 2 Hat">
                <a:extLst>
                  <a:ext uri="{FF2B5EF4-FFF2-40B4-BE49-F238E27FC236}">
                    <a16:creationId xmlns:a16="http://schemas.microsoft.com/office/drawing/2014/main" id="{5524E913-4AD1-B783-5DB1-858288C7F1CD}"/>
                  </a:ext>
                </a:extLst>
              </p:cNvPr>
              <p:cNvPicPr>
                <a:picLocks noGrp="1" noRot="1" noChangeAspect="1" noMove="1" noResize="1" noEditPoints="1" noAdjustHandles="1" noChangeArrowheads="1" noChangeShapeType="1" noCrop="1"/>
              </p:cNvPicPr>
              <p:nvPr/>
            </p:nvPicPr>
            <p:blipFill>
              <a:blip r:embed="rId4"/>
              <a:stretch>
                <a:fillRect/>
              </a:stretch>
            </p:blipFill>
            <p:spPr>
              <a:xfrm>
                <a:off x="428625" y="5225567"/>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5" name="3D Model 14" descr="Male Wizard 2 Hat">
                <a:extLst>
                  <a:ext uri="{FF2B5EF4-FFF2-40B4-BE49-F238E27FC236}">
                    <a16:creationId xmlns:a16="http://schemas.microsoft.com/office/drawing/2014/main" id="{565320C6-BFFD-6B6A-4A45-2CB45BCA6EBD}"/>
                  </a:ext>
                </a:extLst>
              </p:cNvPr>
              <p:cNvGraphicFramePr>
                <a:graphicFrameLocks noChangeAspect="1"/>
              </p:cNvGraphicFramePr>
              <p:nvPr>
                <p:extLst>
                  <p:ext uri="{D42A27DB-BD31-4B8C-83A1-F6EECF244321}">
                    <p14:modId xmlns:p14="http://schemas.microsoft.com/office/powerpoint/2010/main" val="1790478847"/>
                  </p:ext>
                </p:extLst>
              </p:nvPr>
            </p:nvGraphicFramePr>
            <p:xfrm>
              <a:off x="445923" y="5778595"/>
              <a:ext cx="302992" cy="397677"/>
            </p:xfrm>
            <a:graphic>
              <a:graphicData uri="http://schemas.microsoft.com/office/drawing/2017/model3d">
                <am3d:model3d r:embed="rId3">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5" name="3D Model 14" descr="Male Wizard 2 Hat">
                <a:extLst>
                  <a:ext uri="{FF2B5EF4-FFF2-40B4-BE49-F238E27FC236}">
                    <a16:creationId xmlns:a16="http://schemas.microsoft.com/office/drawing/2014/main" id="{565320C6-BFFD-6B6A-4A45-2CB45BCA6EBD}"/>
                  </a:ext>
                </a:extLst>
              </p:cNvPr>
              <p:cNvPicPr>
                <a:picLocks noGrp="1" noRot="1" noChangeAspect="1" noMove="1" noResize="1" noEditPoints="1" noAdjustHandles="1" noChangeArrowheads="1" noChangeShapeType="1" noCrop="1"/>
              </p:cNvPicPr>
              <p:nvPr/>
            </p:nvPicPr>
            <p:blipFill>
              <a:blip r:embed="rId4"/>
              <a:stretch>
                <a:fillRect/>
              </a:stretch>
            </p:blipFill>
            <p:spPr>
              <a:xfrm>
                <a:off x="445923" y="5778595"/>
                <a:ext cx="302992" cy="397677"/>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5122" name="TextBox 1"/>
          <p:cNvSpPr txBox="1"/>
          <p:nvPr/>
        </p:nvSpPr>
        <p:spPr>
          <a:xfrm>
            <a:off x="606425" y="2407283"/>
            <a:ext cx="10169730" cy="4278094"/>
          </a:xfrm>
          <a:prstGeom prst="rect">
            <a:avLst/>
          </a:prstGeom>
          <a:noFill/>
          <a:ln w="9525">
            <a:noFill/>
          </a:ln>
        </p:spPr>
        <p:txBody>
          <a:bodyPr wrap="square" anchor="t" anchorCtr="0">
            <a:spAutoFit/>
          </a:bodyPr>
          <a:lstStyle/>
          <a:p>
            <a:pPr eaLnBrk="0" hangingPunct="0"/>
            <a:r>
              <a:rPr lang="en-US" altLang="en-US" sz="2000" b="1" dirty="0">
                <a:latin typeface="Times New Roman" panose="02020603050405020304" pitchFamily="18" charset="0"/>
              </a:rPr>
              <a:t>Introduction / background about the project :</a:t>
            </a:r>
          </a:p>
          <a:p>
            <a:pPr eaLnBrk="0" hangingPunct="0"/>
            <a:endParaRPr lang="en-US" altLang="en-US" dirty="0">
              <a:latin typeface="Times New Roman" panose="02020603050405020304" pitchFamily="18" charset="0"/>
              <a:ea typeface="Times New Roman" panose="02020603050405020304" pitchFamily="18" charset="0"/>
            </a:endParaRPr>
          </a:p>
          <a:p>
            <a:pPr eaLnBrk="0" hangingPunct="0"/>
            <a:r>
              <a:rPr lang="en-US" dirty="0"/>
              <a:t>DIMS (Departmental Information Management System) is a smart digital platform developed to streamline and modernize the management processes within college departments.</a:t>
            </a:r>
          </a:p>
          <a:p>
            <a:pPr eaLnBrk="0" hangingPunct="0"/>
            <a:r>
              <a:rPr lang="en-US" altLang="en-US" dirty="0">
                <a:latin typeface="Times New Roman" panose="02020603050405020304" pitchFamily="18" charset="0"/>
                <a:ea typeface="Times New Roman" panose="02020603050405020304" pitchFamily="18" charset="0"/>
              </a:rPr>
              <a:t> </a:t>
            </a:r>
          </a:p>
          <a:p>
            <a:pPr eaLnBrk="0" hangingPunct="0"/>
            <a:r>
              <a:rPr lang="en-US" dirty="0"/>
              <a:t>DIMS addresses these challenges by offering a centralized system for managing  faculty </a:t>
            </a:r>
            <a:r>
              <a:rPr lang="en-US" dirty="0" err="1"/>
              <a:t>avaliabllity</a:t>
            </a:r>
            <a:r>
              <a:rPr lang="en-US" dirty="0"/>
              <a:t>, notices, Lab reports and activities of club and departmental events .</a:t>
            </a:r>
          </a:p>
          <a:p>
            <a:pPr eaLnBrk="0" hangingPunct="0"/>
            <a:endParaRPr lang="en-US" dirty="0"/>
          </a:p>
          <a:p>
            <a:pPr eaLnBrk="0" hangingPunct="0"/>
            <a:r>
              <a:rPr lang="en-US" dirty="0"/>
              <a:t>The project was conceptualized to support Admin to see the reports and availability of Teacher, reduce administrative workload, and improve transparency and efficiency in department operations. Built with scalability and ease-of-use in mind, DIMS aligns with the vision of smart department and tech-driven management.</a:t>
            </a:r>
          </a:p>
          <a:p>
            <a:pPr eaLnBrk="0" hangingPunct="0"/>
            <a:endParaRPr lang="en-US" altLang="en-US" dirty="0">
              <a:latin typeface="Times New Roman" panose="02020603050405020304" pitchFamily="18" charset="0"/>
              <a:ea typeface="Times New Roman" panose="02020603050405020304" pitchFamily="18" charset="0"/>
            </a:endParaRPr>
          </a:p>
          <a:p>
            <a:pPr eaLnBrk="0" hangingPunct="0"/>
            <a:endParaRPr lang="en-US" altLang="en-US" dirty="0">
              <a:latin typeface="Times New Roman" panose="02020603050405020304" pitchFamily="18" charset="0"/>
              <a:ea typeface="Times New Roman" panose="02020603050405020304" pitchFamily="18" charset="0"/>
            </a:endParaRPr>
          </a:p>
          <a:p>
            <a:pPr eaLnBrk="0" hangingPunct="0"/>
            <a:endParaRPr lang="en-US" altLang="en-US" dirty="0">
              <a:latin typeface="Times New Roman" panose="02020603050405020304" pitchFamily="18" charset="0"/>
              <a:ea typeface="Times New Roman" panose="02020603050405020304" pitchFamily="18" charset="0"/>
            </a:endParaRPr>
          </a:p>
        </p:txBody>
      </p:sp>
      <p:sp>
        <p:nvSpPr>
          <p:cNvPr id="14" name="Title 1"/>
          <p:cNvSpPr txBox="1"/>
          <p:nvPr/>
        </p:nvSpPr>
        <p:spPr bwMode="auto">
          <a:xfrm>
            <a:off x="0" y="-182563"/>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bg1"/>
                </a:solidFill>
                <a:effectLst/>
                <a:uLnTx/>
                <a:uFillTx/>
                <a:latin typeface="Times New Roman" panose="02020603050405020304" pitchFamily="18" charset="0"/>
                <a:ea typeface="+mj-ea"/>
                <a:cs typeface="Times New Roman" panose="02020603050405020304" pitchFamily="18" charset="0"/>
              </a:rPr>
              <a:t>Introduction</a:t>
            </a:r>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
        <p:nvSpPr>
          <p:cNvPr id="2" name="Rectangle 1"/>
          <p:cNvSpPr/>
          <p:nvPr/>
        </p:nvSpPr>
        <p:spPr>
          <a:xfrm>
            <a:off x="606425" y="832077"/>
            <a:ext cx="11387455" cy="1200329"/>
          </a:xfrm>
          <a:prstGeom prst="rect">
            <a:avLst/>
          </a:prstGeom>
        </p:spPr>
        <p:txBody>
          <a:bodyPr wrap="square">
            <a:spAutoFit/>
          </a:bodyPr>
          <a:lstStyle/>
          <a:p>
            <a:r>
              <a:rPr lang="en-US" dirty="0"/>
              <a:t>DIMS is a digital platform for managing and monitoring departmental activities in a college.</a:t>
            </a:r>
          </a:p>
          <a:p>
            <a:r>
              <a:rPr lang="en-US" dirty="0"/>
              <a:t>A Smart Solution for Department Administration.</a:t>
            </a:r>
          </a:p>
          <a:p>
            <a:r>
              <a:rPr lang="en-US" dirty="0"/>
              <a:t>It improves efficiency, transparency, and academic oversight.</a:t>
            </a:r>
          </a:p>
          <a:p>
            <a:r>
              <a:rPr lang="en-US" dirty="0"/>
              <a:t>This is an project about giving an Information of Teacher </a:t>
            </a:r>
            <a:r>
              <a:rPr lang="en-US" dirty="0" err="1"/>
              <a:t>Availablity</a:t>
            </a:r>
            <a:r>
              <a:rPr lang="en-US" dirty="0"/>
              <a:t> and the lab reports and </a:t>
            </a:r>
            <a:r>
              <a:rPr lang="en-US" dirty="0" err="1"/>
              <a:t>activites</a:t>
            </a:r>
            <a:r>
              <a:rPr lang="en-US" dirty="0"/>
              <a:t>. </a:t>
            </a:r>
            <a:endParaRPr lang="en-IN" dirty="0"/>
          </a:p>
        </p:txBody>
      </p:sp>
      <mc:AlternateContent xmlns:mc="http://schemas.openxmlformats.org/markup-compatibility/2006">
        <mc:Choice xmlns:am3d="http://schemas.microsoft.com/office/drawing/2017/model3d" Requires="am3d">
          <p:graphicFrame>
            <p:nvGraphicFramePr>
              <p:cNvPr id="7" name="3D Model 6" descr="Male Wizard 2 Hat">
                <a:extLst>
                  <a:ext uri="{FF2B5EF4-FFF2-40B4-BE49-F238E27FC236}">
                    <a16:creationId xmlns:a16="http://schemas.microsoft.com/office/drawing/2014/main" id="{157AF123-13CA-3F3C-D377-D29BBB897456}"/>
                  </a:ext>
                </a:extLst>
              </p:cNvPr>
              <p:cNvGraphicFramePr>
                <a:graphicFrameLocks noChangeAspect="1"/>
              </p:cNvGraphicFramePr>
              <p:nvPr>
                <p:extLst>
                  <p:ext uri="{D42A27DB-BD31-4B8C-83A1-F6EECF244321}">
                    <p14:modId xmlns:p14="http://schemas.microsoft.com/office/powerpoint/2010/main" val="2864239715"/>
                  </p:ext>
                </p:extLst>
              </p:nvPr>
            </p:nvGraphicFramePr>
            <p:xfrm>
              <a:off x="274032" y="832077"/>
              <a:ext cx="332393" cy="425888"/>
            </p:xfrm>
            <a:graphic>
              <a:graphicData uri="http://schemas.microsoft.com/office/drawing/2017/model3d">
                <am3d:model3d r:embed="rId3">
                  <am3d:spPr>
                    <a:xfrm>
                      <a:off x="0" y="0"/>
                      <a:ext cx="332393" cy="425888"/>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5758823" ay="30088" az="286403"/>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3D Model 6" descr="Male Wizard 2 Hat">
                <a:extLst>
                  <a:ext uri="{FF2B5EF4-FFF2-40B4-BE49-F238E27FC236}">
                    <a16:creationId xmlns:a16="http://schemas.microsoft.com/office/drawing/2014/main" id="{157AF123-13CA-3F3C-D377-D29BBB897456}"/>
                  </a:ext>
                </a:extLst>
              </p:cNvPr>
              <p:cNvPicPr>
                <a:picLocks noGrp="1" noRot="1" noChangeAspect="1" noMove="1" noResize="1" noEditPoints="1" noAdjustHandles="1" noChangeArrowheads="1" noChangeShapeType="1" noCrop="1"/>
              </p:cNvPicPr>
              <p:nvPr/>
            </p:nvPicPr>
            <p:blipFill>
              <a:blip r:embed="rId4"/>
              <a:stretch>
                <a:fillRect/>
              </a:stretch>
            </p:blipFill>
            <p:spPr>
              <a:xfrm>
                <a:off x="274032" y="832077"/>
                <a:ext cx="332393" cy="425888"/>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8" name="3D Model 7" descr="Male Wizard 2 Hat">
                <a:extLst>
                  <a:ext uri="{FF2B5EF4-FFF2-40B4-BE49-F238E27FC236}">
                    <a16:creationId xmlns:a16="http://schemas.microsoft.com/office/drawing/2014/main" id="{540465CB-891C-E34A-E6E5-D02FFE07C746}"/>
                  </a:ext>
                </a:extLst>
              </p:cNvPr>
              <p:cNvGraphicFramePr>
                <a:graphicFrameLocks noChangeAspect="1"/>
              </p:cNvGraphicFramePr>
              <p:nvPr>
                <p:extLst>
                  <p:ext uri="{D42A27DB-BD31-4B8C-83A1-F6EECF244321}">
                    <p14:modId xmlns:p14="http://schemas.microsoft.com/office/powerpoint/2010/main" val="1392925259"/>
                  </p:ext>
                </p:extLst>
              </p:nvPr>
            </p:nvGraphicFramePr>
            <p:xfrm>
              <a:off x="270857" y="2445745"/>
              <a:ext cx="332393" cy="425888"/>
            </p:xfrm>
            <a:graphic>
              <a:graphicData uri="http://schemas.microsoft.com/office/drawing/2017/model3d">
                <am3d:model3d r:embed="rId3">
                  <am3d:spPr>
                    <a:xfrm>
                      <a:off x="0" y="0"/>
                      <a:ext cx="332393" cy="425888"/>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5758823" ay="30088" az="286403"/>
                    <am3d:postTrans dx="0" dy="0" dz="0"/>
                  </am3d:trans>
                  <am3d:raster rName="Office3DRenderer" rVer="16.0.8326">
                    <am3d:blip r:embed="rId5"/>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 name="3D Model 7" descr="Male Wizard 2 Hat">
                <a:extLst>
                  <a:ext uri="{FF2B5EF4-FFF2-40B4-BE49-F238E27FC236}">
                    <a16:creationId xmlns:a16="http://schemas.microsoft.com/office/drawing/2014/main" id="{540465CB-891C-E34A-E6E5-D02FFE07C746}"/>
                  </a:ext>
                </a:extLst>
              </p:cNvPr>
              <p:cNvPicPr>
                <a:picLocks noGrp="1" noRot="1" noChangeAspect="1" noMove="1" noResize="1" noEditPoints="1" noAdjustHandles="1" noChangeArrowheads="1" noChangeShapeType="1" noCrop="1"/>
              </p:cNvPicPr>
              <p:nvPr/>
            </p:nvPicPr>
            <p:blipFill>
              <a:blip r:embed="rId5"/>
              <a:stretch>
                <a:fillRect/>
              </a:stretch>
            </p:blipFill>
            <p:spPr>
              <a:xfrm>
                <a:off x="270857" y="2445745"/>
                <a:ext cx="332393" cy="425888"/>
              </a:xfrm>
              <a:prstGeom prst="rect">
                <a:avLst/>
              </a:prstGeom>
            </p:spPr>
          </p:pic>
        </mc:Fallback>
      </mc:AlternateContent>
      <p:sp>
        <p:nvSpPr>
          <p:cNvPr id="9" name="Flowchart: Magnetic Disk 8">
            <a:extLst>
              <a:ext uri="{FF2B5EF4-FFF2-40B4-BE49-F238E27FC236}">
                <a16:creationId xmlns:a16="http://schemas.microsoft.com/office/drawing/2014/main" id="{8BA9ADBE-2839-9448-3A2F-5061430302E9}"/>
              </a:ext>
            </a:extLst>
          </p:cNvPr>
          <p:cNvSpPr/>
          <p:nvPr/>
        </p:nvSpPr>
        <p:spPr>
          <a:xfrm>
            <a:off x="445451" y="3123737"/>
            <a:ext cx="157799" cy="122773"/>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w="0"/>
              <a:solidFill>
                <a:schemeClr val="accent1"/>
              </a:solidFill>
              <a:effectLst>
                <a:outerShdw blurRad="38100" dist="25400" dir="5400000" algn="ctr" rotWithShape="0">
                  <a:srgbClr val="6E747A">
                    <a:alpha val="43000"/>
                  </a:srgbClr>
                </a:outerShdw>
              </a:effectLst>
            </a:endParaRPr>
          </a:p>
        </p:txBody>
      </p:sp>
      <p:sp>
        <p:nvSpPr>
          <p:cNvPr id="11" name="Flowchart: Magnetic Disk 10">
            <a:extLst>
              <a:ext uri="{FF2B5EF4-FFF2-40B4-BE49-F238E27FC236}">
                <a16:creationId xmlns:a16="http://schemas.microsoft.com/office/drawing/2014/main" id="{BBC2D980-A9D0-DA0D-9AF8-F82D266AD127}"/>
              </a:ext>
            </a:extLst>
          </p:cNvPr>
          <p:cNvSpPr/>
          <p:nvPr/>
        </p:nvSpPr>
        <p:spPr>
          <a:xfrm>
            <a:off x="448626" y="3945384"/>
            <a:ext cx="157799" cy="122773"/>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w="0"/>
              <a:solidFill>
                <a:schemeClr val="accent1"/>
              </a:solidFill>
              <a:effectLst>
                <a:outerShdw blurRad="38100" dist="25400" dir="5400000" algn="ctr" rotWithShape="0">
                  <a:srgbClr val="6E747A">
                    <a:alpha val="43000"/>
                  </a:srgbClr>
                </a:outerShdw>
              </a:effectLst>
            </a:endParaRPr>
          </a:p>
        </p:txBody>
      </p:sp>
      <p:sp>
        <p:nvSpPr>
          <p:cNvPr id="12" name="Flowchart: Magnetic Disk 11">
            <a:extLst>
              <a:ext uri="{FF2B5EF4-FFF2-40B4-BE49-F238E27FC236}">
                <a16:creationId xmlns:a16="http://schemas.microsoft.com/office/drawing/2014/main" id="{2A4C40A2-EEAE-9091-AC11-AC0E2E958A7A}"/>
              </a:ext>
            </a:extLst>
          </p:cNvPr>
          <p:cNvSpPr/>
          <p:nvPr/>
        </p:nvSpPr>
        <p:spPr>
          <a:xfrm>
            <a:off x="463198" y="4776278"/>
            <a:ext cx="157799" cy="122773"/>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w="0"/>
              <a:solidFill>
                <a:schemeClr val="accent1"/>
              </a:solidFill>
              <a:effectLst>
                <a:outerShdw blurRad="38100" dist="25400" dir="5400000" algn="ctr" rotWithShape="0">
                  <a:srgbClr val="6E747A">
                    <a:alpha val="43000"/>
                  </a:srgbClr>
                </a:outerShdw>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4142274171"/>
              </p:ext>
            </p:extLst>
          </p:nvPr>
        </p:nvGraphicFramePr>
        <p:xfrm>
          <a:off x="1" y="474393"/>
          <a:ext cx="12191999" cy="6835071"/>
        </p:xfrm>
        <a:graphic>
          <a:graphicData uri="http://schemas.openxmlformats.org/drawingml/2006/table">
            <a:tbl>
              <a:tblPr firstRow="1" bandRow="1">
                <a:tableStyleId>{7DF18680-E054-41AD-8BC1-D1AEF772440D}</a:tableStyleId>
              </a:tblPr>
              <a:tblGrid>
                <a:gridCol w="1149204">
                  <a:extLst>
                    <a:ext uri="{9D8B030D-6E8A-4147-A177-3AD203B41FA5}">
                      <a16:colId xmlns:a16="http://schemas.microsoft.com/office/drawing/2014/main" val="20000"/>
                    </a:ext>
                  </a:extLst>
                </a:gridCol>
                <a:gridCol w="4946795">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tblGrid>
              <a:tr h="682339">
                <a:tc>
                  <a:txBody>
                    <a:bodyPr/>
                    <a:lstStyle/>
                    <a:p>
                      <a:pPr algn="ctr"/>
                      <a:r>
                        <a:rPr lang="en-US" sz="1800" dirty="0"/>
                        <a:t>Sr. No.</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US" sz="1800" dirty="0"/>
                        <a:t>Paper</a:t>
                      </a:r>
                      <a:r>
                        <a:rPr lang="en-US" sz="1800" baseline="0" dirty="0"/>
                        <a:t> Title and its Author</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US" sz="1800" dirty="0"/>
                        <a:t>Details of Publication</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US" sz="1800" dirty="0"/>
                        <a:t>Findings</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extLst>
                  <a:ext uri="{0D108BD9-81ED-4DB2-BD59-A6C34878D82A}">
                    <a16:rowId xmlns:a16="http://schemas.microsoft.com/office/drawing/2014/main" val="10000"/>
                  </a:ext>
                </a:extLst>
              </a:tr>
              <a:tr h="759235">
                <a:tc>
                  <a:txBody>
                    <a:bodyPr/>
                    <a:lstStyle/>
                    <a:p>
                      <a:pPr algn="ctr"/>
                      <a:r>
                        <a:rPr lang="en-US" sz="1800" dirty="0"/>
                        <a:t>1</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Development of a Comprehensive College Management System</a:t>
                      </a:r>
                      <a:r>
                        <a:rPr lang="en-US" b="0" i="1" baseline="0" dirty="0"/>
                        <a:t>  - </a:t>
                      </a:r>
                      <a:r>
                        <a:rPr lang="en-IN" dirty="0"/>
                        <a:t>Vipul V. Kulkarni, Atharv A. </a:t>
                      </a:r>
                      <a:r>
                        <a:rPr lang="en-IN" dirty="0" err="1"/>
                        <a:t>Patankar</a:t>
                      </a:r>
                      <a:r>
                        <a:rPr lang="en-IN" dirty="0"/>
                        <a:t>, </a:t>
                      </a:r>
                      <a:r>
                        <a:rPr lang="en-IN" dirty="0" err="1"/>
                        <a:t>Sumedh</a:t>
                      </a:r>
                      <a:r>
                        <a:rPr lang="en-IN" dirty="0"/>
                        <a:t> G. </a:t>
                      </a:r>
                      <a:r>
                        <a:rPr lang="en-IN" dirty="0" err="1"/>
                        <a:t>Kamble</a:t>
                      </a:r>
                      <a:r>
                        <a:rPr lang="en-IN" dirty="0"/>
                        <a:t>, </a:t>
                      </a:r>
                      <a:r>
                        <a:rPr lang="en-IN" dirty="0" err="1"/>
                        <a:t>Mahamadjaki</a:t>
                      </a:r>
                      <a:r>
                        <a:rPr lang="en-IN" dirty="0"/>
                        <a:t> </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US" dirty="0"/>
                        <a:t>International Research Journal of Engineering and Technology Vol: 12,</a:t>
                      </a:r>
                      <a:r>
                        <a:rPr lang="en-US" baseline="0" dirty="0"/>
                        <a:t> </a:t>
                      </a:r>
                      <a:r>
                        <a:rPr lang="en-US" dirty="0"/>
                        <a:t>03 Mar 2025 </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marL="0" indent="0" algn="ctr">
                        <a:buFont typeface="Arial" panose="020B0604020202020204" pitchFamily="34" charset="0"/>
                        <a:buNone/>
                      </a:pPr>
                      <a:r>
                        <a:rPr lang="en-US" dirty="0"/>
                        <a:t>Enhances communication and transparency in university departments.</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extLst>
                  <a:ext uri="{0D108BD9-81ED-4DB2-BD59-A6C34878D82A}">
                    <a16:rowId xmlns:a16="http://schemas.microsoft.com/office/drawing/2014/main" val="10001"/>
                  </a:ext>
                </a:extLst>
              </a:tr>
              <a:tr h="1214769">
                <a:tc>
                  <a:txBody>
                    <a:bodyPr/>
                    <a:lstStyle/>
                    <a:p>
                      <a:pPr algn="ctr"/>
                      <a:r>
                        <a:rPr lang="en-US" sz="1800" dirty="0"/>
                        <a:t>2</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IN" b="1" dirty="0"/>
                        <a:t>College Management System</a:t>
                      </a:r>
                      <a:r>
                        <a:rPr lang="en-IN" b="1" baseline="0" dirty="0"/>
                        <a:t> –</a:t>
                      </a:r>
                    </a:p>
                    <a:p>
                      <a:pPr algn="ctr"/>
                      <a:r>
                        <a:rPr lang="en-IN" b="0" dirty="0"/>
                        <a:t>Aditya </a:t>
                      </a:r>
                      <a:r>
                        <a:rPr lang="en-IN" b="0" dirty="0" err="1"/>
                        <a:t>Shelar</a:t>
                      </a:r>
                      <a:r>
                        <a:rPr lang="en-IN" b="0" dirty="0"/>
                        <a:t>, Sudarshan Sawant, Abhishek </a:t>
                      </a:r>
                      <a:r>
                        <a:rPr lang="en-IN" b="0" dirty="0" err="1"/>
                        <a:t>Pacharne</a:t>
                      </a:r>
                      <a:r>
                        <a:rPr lang="en-IN" b="0" dirty="0"/>
                        <a:t>, Sahil </a:t>
                      </a:r>
                      <a:r>
                        <a:rPr lang="en-IN" b="0" dirty="0" err="1"/>
                        <a:t>Tike</a:t>
                      </a:r>
                      <a:r>
                        <a:rPr lang="en-IN" b="0" dirty="0"/>
                        <a:t>, Prof. Dipali M. Mane</a:t>
                      </a:r>
                    </a:p>
                  </a:txBody>
                  <a:tcPr marL="91439" marR="91439" marT="45728" marB="45728" anchor="ctr"/>
                </a:tc>
                <a:tc>
                  <a:txBody>
                    <a:bodyPr/>
                    <a:lstStyle/>
                    <a:p>
                      <a:pPr algn="ctr"/>
                      <a:r>
                        <a:rPr lang="en-US" dirty="0"/>
                        <a:t>International Journal of Advanced Research in Science, Communication and Technology (IJARSCT)</a:t>
                      </a:r>
                    </a:p>
                    <a:p>
                      <a:pPr algn="ctr"/>
                      <a:r>
                        <a:rPr lang="en-US" dirty="0"/>
                        <a:t> Vol 3, Issue 5, May 2023</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US" dirty="0"/>
                        <a:t>Aims at practical and user-friendly departmental management.</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extLst>
                  <a:ext uri="{0D108BD9-81ED-4DB2-BD59-A6C34878D82A}">
                    <a16:rowId xmlns:a16="http://schemas.microsoft.com/office/drawing/2014/main" val="10002"/>
                  </a:ext>
                </a:extLst>
              </a:tr>
              <a:tr h="987003">
                <a:tc>
                  <a:txBody>
                    <a:bodyPr/>
                    <a:lstStyle/>
                    <a:p>
                      <a:pPr algn="ctr"/>
                      <a:r>
                        <a:rPr lang="en-US" sz="1800" dirty="0"/>
                        <a:t>3</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IN" b="1" dirty="0"/>
                        <a:t>Smart Campus Surveillance and Guidance System - </a:t>
                      </a:r>
                      <a:r>
                        <a:rPr lang="en-IN" b="0" dirty="0" err="1"/>
                        <a:t>Prof.</a:t>
                      </a:r>
                      <a:r>
                        <a:rPr lang="en-IN" b="0" dirty="0"/>
                        <a:t> </a:t>
                      </a:r>
                      <a:r>
                        <a:rPr lang="en-IN" b="0" dirty="0" err="1"/>
                        <a:t>Sabyasachi</a:t>
                      </a:r>
                      <a:r>
                        <a:rPr lang="en-IN" b="0" dirty="0"/>
                        <a:t> Chakraborty</a:t>
                      </a:r>
                      <a:endParaRPr lang="en-US" sz="1800" b="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US" dirty="0"/>
                        <a:t>International Organization of Scientific Research Journal of Computer Engineering</a:t>
                      </a:r>
                      <a:r>
                        <a:rPr lang="nl-NL" dirty="0"/>
                        <a:t>,</a:t>
                      </a:r>
                    </a:p>
                    <a:p>
                      <a:pPr algn="ctr"/>
                      <a:r>
                        <a:rPr lang="nl-NL" dirty="0"/>
                        <a:t> August 2023</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US" dirty="0"/>
                        <a:t>Includes feedback/SMS events; lacks assignment and marks modules.</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extLst>
                  <a:ext uri="{0D108BD9-81ED-4DB2-BD59-A6C34878D82A}">
                    <a16:rowId xmlns:a16="http://schemas.microsoft.com/office/drawing/2014/main" val="10003"/>
                  </a:ext>
                </a:extLst>
              </a:tr>
              <a:tr h="987003">
                <a:tc>
                  <a:txBody>
                    <a:bodyPr/>
                    <a:lstStyle/>
                    <a:p>
                      <a:pPr algn="ctr"/>
                      <a:r>
                        <a:rPr lang="en-US" sz="1800" dirty="0"/>
                        <a:t>4</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IN" b="1" dirty="0"/>
                        <a:t>College Management System For College</a:t>
                      </a:r>
                      <a:r>
                        <a:rPr lang="en-IN" b="1" baseline="0" dirty="0"/>
                        <a:t> – </a:t>
                      </a:r>
                    </a:p>
                    <a:p>
                      <a:pPr algn="ctr"/>
                      <a:r>
                        <a:rPr lang="en-US" sz="1800" dirty="0" err="1">
                          <a:solidFill>
                            <a:schemeClr val="tx1"/>
                          </a:solidFill>
                          <a:latin typeface="Times New Roman" panose="02020603050405020304" pitchFamily="18" charset="0"/>
                          <a:cs typeface="Times New Roman" panose="02020603050405020304" pitchFamily="18" charset="0"/>
                        </a:rPr>
                        <a:t>Vaishnavi</a:t>
                      </a:r>
                      <a:r>
                        <a:rPr lang="en-US" sz="1800" dirty="0">
                          <a:solidFill>
                            <a:schemeClr val="tx1"/>
                          </a:solidFill>
                          <a:latin typeface="Times New Roman" panose="02020603050405020304" pitchFamily="18" charset="0"/>
                          <a:cs typeface="Times New Roman" panose="02020603050405020304" pitchFamily="18" charset="0"/>
                        </a:rPr>
                        <a:t> Patel, </a:t>
                      </a:r>
                      <a:r>
                        <a:rPr lang="en-US" sz="1800" dirty="0" err="1">
                          <a:solidFill>
                            <a:schemeClr val="tx1"/>
                          </a:solidFill>
                          <a:latin typeface="Times New Roman" panose="02020603050405020304" pitchFamily="18" charset="0"/>
                          <a:cs typeface="Times New Roman" panose="02020603050405020304" pitchFamily="18" charset="0"/>
                        </a:rPr>
                        <a:t>Sakshi</a:t>
                      </a:r>
                      <a:r>
                        <a:rPr lang="en-US" sz="1800" dirty="0">
                          <a:solidFill>
                            <a:schemeClr val="tx1"/>
                          </a:solidFill>
                          <a:latin typeface="Times New Roman" panose="02020603050405020304" pitchFamily="18" charset="0"/>
                          <a:cs typeface="Times New Roman" panose="02020603050405020304" pitchFamily="18" charset="0"/>
                        </a:rPr>
                        <a:t> Bhagwat, Shreya </a:t>
                      </a:r>
                      <a:r>
                        <a:rPr lang="en-US" sz="1800" dirty="0" err="1">
                          <a:solidFill>
                            <a:schemeClr val="tx1"/>
                          </a:solidFill>
                          <a:latin typeface="Times New Roman" panose="02020603050405020304" pitchFamily="18" charset="0"/>
                          <a:cs typeface="Times New Roman" panose="02020603050405020304" pitchFamily="18" charset="0"/>
                        </a:rPr>
                        <a:t>Ashtikar</a:t>
                      </a:r>
                      <a:r>
                        <a:rPr lang="en-US" sz="1800" dirty="0">
                          <a:solidFill>
                            <a:schemeClr val="tx1"/>
                          </a:solidFill>
                          <a:latin typeface="Times New Roman" panose="02020603050405020304" pitchFamily="18" charset="0"/>
                          <a:cs typeface="Times New Roman" panose="02020603050405020304" pitchFamily="18" charset="0"/>
                        </a:rPr>
                        <a:t>,</a:t>
                      </a:r>
                    </a:p>
                    <a:p>
                      <a:pPr algn="ctr"/>
                      <a:r>
                        <a:rPr lang="en-US" sz="1800" dirty="0" err="1">
                          <a:solidFill>
                            <a:schemeClr val="tx1"/>
                          </a:solidFill>
                          <a:latin typeface="Times New Roman" panose="02020603050405020304" pitchFamily="18" charset="0"/>
                          <a:cs typeface="Times New Roman" panose="02020603050405020304" pitchFamily="18" charset="0"/>
                        </a:rPr>
                        <a:t>Sakshi</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Kumbhare</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US" dirty="0"/>
                        <a:t>International Research Journal of Modernization in Engineering Technology and ScienceVol:05,04</a:t>
                      </a:r>
                      <a:r>
                        <a:rPr lang="en-US" baseline="0" dirty="0"/>
                        <a:t> </a:t>
                      </a:r>
                      <a:r>
                        <a:rPr lang="en-US" dirty="0"/>
                        <a:t>April-2023</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US" dirty="0"/>
                        <a:t>Focus on school functions; lacks library module.</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extLst>
                  <a:ext uri="{0D108BD9-81ED-4DB2-BD59-A6C34878D82A}">
                    <a16:rowId xmlns:a16="http://schemas.microsoft.com/office/drawing/2014/main" val="10004"/>
                  </a:ext>
                </a:extLst>
              </a:tr>
              <a:tr h="759235">
                <a:tc>
                  <a:txBody>
                    <a:bodyPr/>
                    <a:lstStyle/>
                    <a:p>
                      <a:pPr algn="ctr"/>
                      <a:r>
                        <a:rPr lang="en-US" sz="1800" dirty="0"/>
                        <a:t>5</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sv-SE" b="1" dirty="0"/>
                        <a:t>Online Attendance and Feedback System</a:t>
                      </a:r>
                      <a:r>
                        <a:rPr lang="sv-SE" dirty="0"/>
                        <a:t> – </a:t>
                      </a:r>
                      <a:r>
                        <a:rPr lang="sv-SE" i="1" dirty="0"/>
                        <a:t>Kartiki Datarkar</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US" dirty="0"/>
                        <a:t>IJCSMC, Vol. 5, Issue 4, April 2016</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US" dirty="0"/>
                        <a:t>Tracks attendance and feedback; good for monitoring but limited in scope.</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extLst>
                  <a:ext uri="{0D108BD9-81ED-4DB2-BD59-A6C34878D82A}">
                    <a16:rowId xmlns:a16="http://schemas.microsoft.com/office/drawing/2014/main" val="10005"/>
                  </a:ext>
                </a:extLst>
              </a:tr>
              <a:tr h="483372">
                <a:tc>
                  <a:txBody>
                    <a:bodyPr/>
                    <a:lstStyle/>
                    <a:p>
                      <a:pPr algn="ct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extLst>
                  <a:ext uri="{0D108BD9-81ED-4DB2-BD59-A6C34878D82A}">
                    <a16:rowId xmlns:a16="http://schemas.microsoft.com/office/drawing/2014/main" val="10006"/>
                  </a:ext>
                </a:extLst>
              </a:tr>
            </a:tbl>
          </a:graphicData>
        </a:graphic>
      </p:graphicFrame>
      <p:sp>
        <p:nvSpPr>
          <p:cNvPr id="14" name="Title 1"/>
          <p:cNvSpPr txBox="1"/>
          <p:nvPr/>
        </p:nvSpPr>
        <p:spPr bwMode="auto">
          <a:xfrm>
            <a:off x="0" y="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bg1"/>
                </a:solidFill>
                <a:effectLst/>
                <a:uLnTx/>
                <a:uFillTx/>
                <a:latin typeface="Times New Roman" panose="02020603050405020304" pitchFamily="18" charset="0"/>
                <a:ea typeface="+mj-ea"/>
                <a:cs typeface="Times New Roman" panose="02020603050405020304" pitchFamily="18" charset="0"/>
              </a:rPr>
              <a:t>Literature Survey</a:t>
            </a:r>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9218" name="TextBox 7"/>
          <p:cNvSpPr txBox="1"/>
          <p:nvPr/>
        </p:nvSpPr>
        <p:spPr>
          <a:xfrm>
            <a:off x="870913" y="1034077"/>
            <a:ext cx="7159625" cy="4401205"/>
          </a:xfrm>
          <a:prstGeom prst="rect">
            <a:avLst/>
          </a:prstGeom>
          <a:noFill/>
          <a:ln w="9525">
            <a:noFill/>
          </a:ln>
        </p:spPr>
        <p:txBody>
          <a:bodyPr anchor="t" anchorCtr="0">
            <a:spAutoFit/>
          </a:bodyPr>
          <a:lstStyle/>
          <a:p>
            <a:pPr eaLnBrk="0" hangingPunct="0"/>
            <a:r>
              <a:rPr lang="en-US" altLang="en-US" b="1" dirty="0">
                <a:latin typeface="Times New Roman" panose="02020603050405020304" pitchFamily="18" charset="0"/>
              </a:rPr>
              <a:t>   </a:t>
            </a:r>
            <a:r>
              <a:rPr lang="en-US" altLang="en-US" sz="2800" b="1" dirty="0">
                <a:latin typeface="Times New Roman" panose="02020603050405020304" pitchFamily="18" charset="0"/>
              </a:rPr>
              <a:t>Objective of the Project :</a:t>
            </a:r>
          </a:p>
          <a:p>
            <a:pPr eaLnBrk="0" hangingPunct="0"/>
            <a:endParaRPr lang="en-US" altLang="en-US" dirty="0">
              <a:latin typeface="Times New Roman" panose="02020603050405020304" pitchFamily="18" charset="0"/>
              <a:ea typeface="Times New Roman" panose="02020603050405020304" pitchFamily="18" charset="0"/>
            </a:endParaRPr>
          </a:p>
          <a:p>
            <a:pPr eaLnBrk="0" hangingPunct="0"/>
            <a:endParaRPr lang="en-US" altLang="en-US" dirty="0">
              <a:latin typeface="Times New Roman" panose="02020603050405020304" pitchFamily="18" charset="0"/>
              <a:ea typeface="Times New Roman" panose="02020603050405020304" pitchFamily="18" charset="0"/>
            </a:endParaRPr>
          </a:p>
          <a:p>
            <a:pPr marL="285750" indent="-285750" eaLnBrk="0" hangingPunct="0">
              <a:buFont typeface="Arial" panose="020B0604020202020204" pitchFamily="34" charset="0"/>
              <a:buChar char="•"/>
            </a:pPr>
            <a:r>
              <a:rPr lang="en-IN" dirty="0"/>
              <a:t>Digitalize Departmental Operations</a:t>
            </a:r>
          </a:p>
          <a:p>
            <a:pPr marL="285750" indent="-285750" eaLnBrk="0" hangingPunct="0">
              <a:buFont typeface="Arial" panose="020B0604020202020204" pitchFamily="34" charset="0"/>
              <a:buChar char="•"/>
            </a:pPr>
            <a:endParaRPr lang="en-IN" dirty="0"/>
          </a:p>
          <a:p>
            <a:pPr marL="285750" indent="-285750" eaLnBrk="0" hangingPunct="0">
              <a:buFont typeface="Arial" panose="020B0604020202020204" pitchFamily="34" charset="0"/>
              <a:buChar char="•"/>
            </a:pPr>
            <a:r>
              <a:rPr lang="en-IN" dirty="0"/>
              <a:t>Streamline Lab Tasks</a:t>
            </a:r>
          </a:p>
          <a:p>
            <a:pPr marL="285750" indent="-285750" eaLnBrk="0" hangingPunct="0">
              <a:buFont typeface="Arial" panose="020B0604020202020204" pitchFamily="34" charset="0"/>
              <a:buChar char="•"/>
            </a:pPr>
            <a:endParaRPr lang="en-IN" dirty="0"/>
          </a:p>
          <a:p>
            <a:pPr marL="285750" indent="-285750" eaLnBrk="0" hangingPunct="0">
              <a:buFont typeface="Arial" panose="020B0604020202020204" pitchFamily="34" charset="0"/>
              <a:buChar char="•"/>
            </a:pPr>
            <a:r>
              <a:rPr lang="en-IN" dirty="0"/>
              <a:t>Improve Data Management</a:t>
            </a:r>
          </a:p>
          <a:p>
            <a:pPr marL="285750" indent="-285750" eaLnBrk="0" hangingPunct="0">
              <a:buFont typeface="Arial" panose="020B0604020202020204" pitchFamily="34" charset="0"/>
              <a:buChar char="•"/>
            </a:pPr>
            <a:endParaRPr lang="en-IN" dirty="0"/>
          </a:p>
          <a:p>
            <a:pPr marL="285750" indent="-285750" eaLnBrk="0" hangingPunct="0">
              <a:buFont typeface="Arial" panose="020B0604020202020204" pitchFamily="34" charset="0"/>
              <a:buChar char="•"/>
            </a:pPr>
            <a:r>
              <a:rPr lang="en-IN" dirty="0"/>
              <a:t>Support Decision-Making</a:t>
            </a:r>
          </a:p>
          <a:p>
            <a:pPr marL="285750" indent="-285750" eaLnBrk="0" hangingPunct="0">
              <a:buFont typeface="Arial" panose="020B0604020202020204" pitchFamily="34" charset="0"/>
              <a:buChar char="•"/>
            </a:pPr>
            <a:endParaRPr lang="en-IN" dirty="0"/>
          </a:p>
          <a:p>
            <a:pPr marL="285750" indent="-285750" eaLnBrk="0" hangingPunct="0">
              <a:buFont typeface="Arial" panose="020B0604020202020204" pitchFamily="34" charset="0"/>
              <a:buChar char="•"/>
            </a:pPr>
            <a:r>
              <a:rPr lang="en-IN" dirty="0"/>
              <a:t>Ensure Role-Based Access</a:t>
            </a:r>
          </a:p>
          <a:p>
            <a:pPr marL="285750" indent="-285750" eaLnBrk="0" hangingPunct="0">
              <a:buFont typeface="Arial" panose="020B0604020202020204" pitchFamily="34" charset="0"/>
              <a:buChar char="•"/>
            </a:pPr>
            <a:endParaRPr lang="en-IN" dirty="0"/>
          </a:p>
          <a:p>
            <a:pPr marL="285750" indent="-285750" eaLnBrk="0" hangingPunct="0">
              <a:buFont typeface="Arial" panose="020B0604020202020204" pitchFamily="34" charset="0"/>
              <a:buChar char="•"/>
            </a:pPr>
            <a:r>
              <a:rPr lang="en-IN" dirty="0"/>
              <a:t>Promote Transparency and Accountability</a:t>
            </a:r>
          </a:p>
          <a:p>
            <a:pPr marL="285750" indent="-285750" eaLnBrk="0" hangingPunct="0">
              <a:buFont typeface="Arial" panose="020B0604020202020204" pitchFamily="34" charset="0"/>
              <a:buChar char="•"/>
            </a:pPr>
            <a:endParaRPr lang="en-IN" dirty="0"/>
          </a:p>
        </p:txBody>
      </p:sp>
      <p:sp>
        <p:nvSpPr>
          <p:cNvPr id="13" name="Title 1"/>
          <p:cNvSpPr txBox="1"/>
          <p:nvPr/>
        </p:nvSpPr>
        <p:spPr bwMode="auto">
          <a:xfrm>
            <a:off x="0" y="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lvl="0" eaLnBrk="1" fontAlgn="auto" hangingPunct="1">
              <a:spcAft>
                <a:spcPts val="0"/>
              </a:spcAft>
              <a:defRPr/>
            </a:pPr>
            <a:r>
              <a:rPr lang="en-US" sz="3200" b="1" dirty="0">
                <a:solidFill>
                  <a:schemeClr val="bg1"/>
                </a:solidFill>
                <a:latin typeface="Times New Roman" panose="02020603050405020304" pitchFamily="18" charset="0"/>
                <a:cs typeface="Times New Roman" panose="02020603050405020304" pitchFamily="18" charset="0"/>
              </a:rPr>
              <a:t>Objectives of the Project</a:t>
            </a:r>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
        <p:nvSpPr>
          <p:cNvPr id="4" name="Cube 3">
            <a:extLst>
              <a:ext uri="{FF2B5EF4-FFF2-40B4-BE49-F238E27FC236}">
                <a16:creationId xmlns:a16="http://schemas.microsoft.com/office/drawing/2014/main" id="{8FD36858-C162-A421-24F7-0420E8417A29}"/>
              </a:ext>
            </a:extLst>
          </p:cNvPr>
          <p:cNvSpPr/>
          <p:nvPr/>
        </p:nvSpPr>
        <p:spPr>
          <a:xfrm>
            <a:off x="911000" y="2104104"/>
            <a:ext cx="190214" cy="147483"/>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Cube 4">
            <a:extLst>
              <a:ext uri="{FF2B5EF4-FFF2-40B4-BE49-F238E27FC236}">
                <a16:creationId xmlns:a16="http://schemas.microsoft.com/office/drawing/2014/main" id="{ACC07786-FB48-7ABD-4CEE-86E1E940EF1E}"/>
              </a:ext>
            </a:extLst>
          </p:cNvPr>
          <p:cNvSpPr/>
          <p:nvPr/>
        </p:nvSpPr>
        <p:spPr>
          <a:xfrm>
            <a:off x="926701" y="2647207"/>
            <a:ext cx="190214" cy="147483"/>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Cube 7">
            <a:extLst>
              <a:ext uri="{FF2B5EF4-FFF2-40B4-BE49-F238E27FC236}">
                <a16:creationId xmlns:a16="http://schemas.microsoft.com/office/drawing/2014/main" id="{3167F8E8-A724-DCEE-E299-2E2F8C3C5275}"/>
              </a:ext>
            </a:extLst>
          </p:cNvPr>
          <p:cNvSpPr/>
          <p:nvPr/>
        </p:nvSpPr>
        <p:spPr>
          <a:xfrm>
            <a:off x="926701" y="3244387"/>
            <a:ext cx="190214" cy="147483"/>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Cube 8">
            <a:extLst>
              <a:ext uri="{FF2B5EF4-FFF2-40B4-BE49-F238E27FC236}">
                <a16:creationId xmlns:a16="http://schemas.microsoft.com/office/drawing/2014/main" id="{A98F15CB-BDF8-B774-4A2D-64554DCAC9CB}"/>
              </a:ext>
            </a:extLst>
          </p:cNvPr>
          <p:cNvSpPr/>
          <p:nvPr/>
        </p:nvSpPr>
        <p:spPr>
          <a:xfrm>
            <a:off x="926701" y="4878552"/>
            <a:ext cx="190214" cy="147483"/>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Cube 9">
            <a:extLst>
              <a:ext uri="{FF2B5EF4-FFF2-40B4-BE49-F238E27FC236}">
                <a16:creationId xmlns:a16="http://schemas.microsoft.com/office/drawing/2014/main" id="{FC7DB4D3-112E-0FEE-3BEE-F1C22816EC71}"/>
              </a:ext>
            </a:extLst>
          </p:cNvPr>
          <p:cNvSpPr/>
          <p:nvPr/>
        </p:nvSpPr>
        <p:spPr>
          <a:xfrm>
            <a:off x="911000" y="4281372"/>
            <a:ext cx="190214" cy="147483"/>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Cube 16">
            <a:extLst>
              <a:ext uri="{FF2B5EF4-FFF2-40B4-BE49-F238E27FC236}">
                <a16:creationId xmlns:a16="http://schemas.microsoft.com/office/drawing/2014/main" id="{EBD80027-C552-FC0E-3C32-0382F7503F74}"/>
              </a:ext>
            </a:extLst>
          </p:cNvPr>
          <p:cNvSpPr/>
          <p:nvPr/>
        </p:nvSpPr>
        <p:spPr>
          <a:xfrm>
            <a:off x="926701" y="3767825"/>
            <a:ext cx="190214" cy="147483"/>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3" name="Title 1"/>
          <p:cNvSpPr txBox="1"/>
          <p:nvPr/>
        </p:nvSpPr>
        <p:spPr bwMode="auto">
          <a:xfrm>
            <a:off x="0" y="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bg1"/>
                </a:solidFill>
                <a:effectLst/>
                <a:uLnTx/>
                <a:uFillTx/>
                <a:latin typeface="Times New Roman" panose="02020603050405020304" pitchFamily="18" charset="0"/>
                <a:ea typeface="+mj-ea"/>
                <a:cs typeface="Times New Roman" panose="02020603050405020304" pitchFamily="18" charset="0"/>
              </a:rPr>
              <a:t>Block Diagram</a:t>
            </a:r>
          </a:p>
        </p:txBody>
      </p:sp>
      <p:pic>
        <p:nvPicPr>
          <p:cNvPr id="9" name="Picture 8"/>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
        <p:nvSpPr>
          <p:cNvPr id="3" name="Rectangle 2">
            <a:extLst>
              <a:ext uri="{FF2B5EF4-FFF2-40B4-BE49-F238E27FC236}">
                <a16:creationId xmlns:a16="http://schemas.microsoft.com/office/drawing/2014/main" id="{9C546107-0772-FAB5-39C0-72714DB0603E}"/>
              </a:ext>
            </a:extLst>
          </p:cNvPr>
          <p:cNvSpPr/>
          <p:nvPr/>
        </p:nvSpPr>
        <p:spPr>
          <a:xfrm>
            <a:off x="5279923" y="717755"/>
            <a:ext cx="1061884" cy="34528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ln w="0"/>
                <a:solidFill>
                  <a:schemeClr val="tx1"/>
                </a:solidFill>
                <a:effectLst>
                  <a:outerShdw blurRad="38100" dist="19050" dir="2700000" algn="tl" rotWithShape="0">
                    <a:schemeClr val="dk1">
                      <a:alpha val="40000"/>
                    </a:schemeClr>
                  </a:outerShdw>
                </a:effectLst>
              </a:rPr>
              <a:t>HOD</a:t>
            </a:r>
            <a:endParaRPr lang="en-IN" sz="2200" dirty="0">
              <a:ln w="0"/>
              <a:solidFill>
                <a:schemeClr val="tx1"/>
              </a:solidFill>
              <a:effectLst>
                <a:outerShdw blurRad="38100" dist="19050" dir="2700000" algn="tl" rotWithShape="0">
                  <a:schemeClr val="dk1">
                    <a:alpha val="40000"/>
                  </a:schemeClr>
                </a:outerShdw>
              </a:effectLst>
            </a:endParaRPr>
          </a:p>
        </p:txBody>
      </p:sp>
      <p:sp>
        <p:nvSpPr>
          <p:cNvPr id="4" name="Rectangle 3">
            <a:extLst>
              <a:ext uri="{FF2B5EF4-FFF2-40B4-BE49-F238E27FC236}">
                <a16:creationId xmlns:a16="http://schemas.microsoft.com/office/drawing/2014/main" id="{4122EA96-E9B6-991C-2B46-5495A62465A3}"/>
              </a:ext>
            </a:extLst>
          </p:cNvPr>
          <p:cNvSpPr/>
          <p:nvPr/>
        </p:nvSpPr>
        <p:spPr>
          <a:xfrm>
            <a:off x="4785853" y="1582993"/>
            <a:ext cx="2099186" cy="3452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TEACHERS</a:t>
            </a:r>
            <a:endParaRPr lang="en-IN" sz="2400" dirty="0">
              <a:ln w="0"/>
              <a:solidFill>
                <a:schemeClr val="tx1"/>
              </a:solidFill>
              <a:effectLst>
                <a:outerShdw blurRad="38100" dist="19050" dir="2700000" algn="tl" rotWithShape="0">
                  <a:schemeClr val="dk1">
                    <a:alpha val="40000"/>
                  </a:schemeClr>
                </a:outerShdw>
              </a:effectLst>
            </a:endParaRPr>
          </a:p>
        </p:txBody>
      </p:sp>
      <p:sp>
        <p:nvSpPr>
          <p:cNvPr id="5" name="Rectangle 4">
            <a:extLst>
              <a:ext uri="{FF2B5EF4-FFF2-40B4-BE49-F238E27FC236}">
                <a16:creationId xmlns:a16="http://schemas.microsoft.com/office/drawing/2014/main" id="{61D897B3-39A8-2529-0290-2F84B58278C3}"/>
              </a:ext>
            </a:extLst>
          </p:cNvPr>
          <p:cNvSpPr/>
          <p:nvPr/>
        </p:nvSpPr>
        <p:spPr>
          <a:xfrm>
            <a:off x="1543666" y="3654658"/>
            <a:ext cx="1725556" cy="332566"/>
          </a:xfrm>
          <a:prstGeom prst="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ln w="0"/>
                <a:solidFill>
                  <a:schemeClr val="accent2">
                    <a:lumMod val="75000"/>
                  </a:schemeClr>
                </a:solidFill>
                <a:effectLst>
                  <a:outerShdw blurRad="38100" dist="19050" dir="2700000" algn="tl" rotWithShape="0">
                    <a:schemeClr val="dk1">
                      <a:alpha val="40000"/>
                    </a:schemeClr>
                  </a:outerShdw>
                </a:effectLst>
              </a:rPr>
              <a:t>IN LECTURE</a:t>
            </a:r>
            <a:endParaRPr lang="en-IN" sz="2400" b="1" dirty="0">
              <a:ln w="0"/>
              <a:solidFill>
                <a:schemeClr val="accent2">
                  <a:lumMod val="75000"/>
                </a:schemeClr>
              </a:solidFill>
              <a:effectLst>
                <a:outerShdw blurRad="38100" dist="19050" dir="2700000" algn="tl" rotWithShape="0">
                  <a:schemeClr val="dk1">
                    <a:alpha val="40000"/>
                  </a:schemeClr>
                </a:outerShdw>
              </a:effectLst>
            </a:endParaRPr>
          </a:p>
        </p:txBody>
      </p:sp>
      <p:sp>
        <p:nvSpPr>
          <p:cNvPr id="12" name="Rectangle 11">
            <a:extLst>
              <a:ext uri="{FF2B5EF4-FFF2-40B4-BE49-F238E27FC236}">
                <a16:creationId xmlns:a16="http://schemas.microsoft.com/office/drawing/2014/main" id="{706CC0C4-953A-73FC-1E95-F4BAC6B1228F}"/>
              </a:ext>
            </a:extLst>
          </p:cNvPr>
          <p:cNvSpPr/>
          <p:nvPr/>
        </p:nvSpPr>
        <p:spPr>
          <a:xfrm>
            <a:off x="4971434" y="3643094"/>
            <a:ext cx="1818968" cy="34412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n w="0"/>
                <a:solidFill>
                  <a:srgbClr val="FF0000"/>
                </a:solidFill>
                <a:effectLst>
                  <a:outerShdw blurRad="38100" dist="19050" dir="2700000" algn="tl" rotWithShape="0">
                    <a:schemeClr val="dk1">
                      <a:alpha val="40000"/>
                    </a:schemeClr>
                  </a:outerShdw>
                </a:effectLst>
              </a:rPr>
              <a:t>LEAVE</a:t>
            </a:r>
            <a:endParaRPr lang="en-IN" sz="2400" b="1" dirty="0">
              <a:solidFill>
                <a:srgbClr val="FF0000"/>
              </a:solidFill>
            </a:endParaRPr>
          </a:p>
        </p:txBody>
      </p:sp>
      <p:sp>
        <p:nvSpPr>
          <p:cNvPr id="14" name="Rectangle 13">
            <a:extLst>
              <a:ext uri="{FF2B5EF4-FFF2-40B4-BE49-F238E27FC236}">
                <a16:creationId xmlns:a16="http://schemas.microsoft.com/office/drawing/2014/main" id="{75D9CF56-D3A0-DAB5-1C84-3D46FD9A186D}"/>
              </a:ext>
            </a:extLst>
          </p:cNvPr>
          <p:cNvSpPr/>
          <p:nvPr/>
        </p:nvSpPr>
        <p:spPr>
          <a:xfrm>
            <a:off x="8160774" y="3654658"/>
            <a:ext cx="1622323" cy="3051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B050"/>
                </a:solidFill>
              </a:rPr>
              <a:t>AVAILABLE</a:t>
            </a:r>
            <a:endParaRPr lang="en-IN" sz="2400" b="1" dirty="0">
              <a:solidFill>
                <a:srgbClr val="00B050"/>
              </a:solidFill>
            </a:endParaRPr>
          </a:p>
        </p:txBody>
      </p:sp>
      <p:sp>
        <p:nvSpPr>
          <p:cNvPr id="15" name="Rectangle 14">
            <a:extLst>
              <a:ext uri="{FF2B5EF4-FFF2-40B4-BE49-F238E27FC236}">
                <a16:creationId xmlns:a16="http://schemas.microsoft.com/office/drawing/2014/main" id="{445E033B-BA6E-5A97-63C9-94A9FB78C4B7}"/>
              </a:ext>
            </a:extLst>
          </p:cNvPr>
          <p:cNvSpPr/>
          <p:nvPr/>
        </p:nvSpPr>
        <p:spPr>
          <a:xfrm>
            <a:off x="5066071" y="2526223"/>
            <a:ext cx="1629695" cy="4150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n w="0"/>
                <a:solidFill>
                  <a:schemeClr val="tx1"/>
                </a:solidFill>
                <a:effectLst>
                  <a:outerShdw blurRad="38100" dist="19050" dir="2700000" algn="tl" rotWithShape="0">
                    <a:schemeClr val="dk1">
                      <a:alpha val="40000"/>
                    </a:schemeClr>
                  </a:outerShdw>
                </a:effectLst>
              </a:rPr>
              <a:t>STATUS</a:t>
            </a:r>
            <a:endParaRPr lang="en-IN" sz="2400" b="1" dirty="0">
              <a:ln w="0"/>
              <a:solidFill>
                <a:schemeClr val="tx1"/>
              </a:solidFill>
              <a:effectLst>
                <a:outerShdw blurRad="38100" dist="19050" dir="2700000" algn="tl" rotWithShape="0">
                  <a:schemeClr val="dk1">
                    <a:alpha val="40000"/>
                  </a:schemeClr>
                </a:outerShdw>
              </a:effectLst>
            </a:endParaRPr>
          </a:p>
        </p:txBody>
      </p:sp>
      <p:cxnSp>
        <p:nvCxnSpPr>
          <p:cNvPr id="22" name="Straight Arrow Connector 21">
            <a:extLst>
              <a:ext uri="{FF2B5EF4-FFF2-40B4-BE49-F238E27FC236}">
                <a16:creationId xmlns:a16="http://schemas.microsoft.com/office/drawing/2014/main" id="{BF16FC93-5E65-07A4-6FED-5FA69B8AB0DF}"/>
              </a:ext>
            </a:extLst>
          </p:cNvPr>
          <p:cNvCxnSpPr>
            <a:cxnSpLocks/>
            <a:stCxn id="15" idx="2"/>
          </p:cNvCxnSpPr>
          <p:nvPr/>
        </p:nvCxnSpPr>
        <p:spPr>
          <a:xfrm flipH="1">
            <a:off x="5880918" y="2941300"/>
            <a:ext cx="1" cy="64723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654A95BC-3B45-CE01-A97D-DC55888A2DB2}"/>
              </a:ext>
            </a:extLst>
          </p:cNvPr>
          <p:cNvCxnSpPr>
            <a:cxnSpLocks/>
          </p:cNvCxnSpPr>
          <p:nvPr/>
        </p:nvCxnSpPr>
        <p:spPr>
          <a:xfrm>
            <a:off x="5810865" y="1928275"/>
            <a:ext cx="0" cy="52056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2AF55CF0-55EE-35D9-38A0-D6719A3F2ED6}"/>
              </a:ext>
            </a:extLst>
          </p:cNvPr>
          <p:cNvCxnSpPr>
            <a:cxnSpLocks/>
          </p:cNvCxnSpPr>
          <p:nvPr/>
        </p:nvCxnSpPr>
        <p:spPr>
          <a:xfrm flipH="1">
            <a:off x="5810865" y="1063036"/>
            <a:ext cx="4917" cy="4118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9" name="Straight Arrow Connector 28">
            <a:extLst>
              <a:ext uri="{FF2B5EF4-FFF2-40B4-BE49-F238E27FC236}">
                <a16:creationId xmlns:a16="http://schemas.microsoft.com/office/drawing/2014/main" id="{93E74EDC-57A4-482B-781C-184824E0F6A3}"/>
              </a:ext>
            </a:extLst>
          </p:cNvPr>
          <p:cNvCxnSpPr>
            <a:cxnSpLocks/>
          </p:cNvCxnSpPr>
          <p:nvPr/>
        </p:nvCxnSpPr>
        <p:spPr>
          <a:xfrm>
            <a:off x="2406444" y="4031248"/>
            <a:ext cx="0" cy="52056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0" name="Rectangle 29">
            <a:extLst>
              <a:ext uri="{FF2B5EF4-FFF2-40B4-BE49-F238E27FC236}">
                <a16:creationId xmlns:a16="http://schemas.microsoft.com/office/drawing/2014/main" id="{EEA6E8C8-37CC-0012-7651-8EB534F4C166}"/>
              </a:ext>
            </a:extLst>
          </p:cNvPr>
          <p:cNvSpPr/>
          <p:nvPr/>
        </p:nvSpPr>
        <p:spPr>
          <a:xfrm>
            <a:off x="1611265" y="4589550"/>
            <a:ext cx="1590357" cy="4062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CLASS ROOM</a:t>
            </a:r>
            <a:endParaRPr lang="en-IN" dirty="0">
              <a:ln w="0"/>
              <a:solidFill>
                <a:schemeClr val="tx1"/>
              </a:solidFill>
              <a:effectLst>
                <a:outerShdw blurRad="38100" dist="19050" dir="2700000" algn="tl" rotWithShape="0">
                  <a:schemeClr val="dk1">
                    <a:alpha val="40000"/>
                  </a:schemeClr>
                </a:outerShdw>
              </a:effectLst>
            </a:endParaRPr>
          </a:p>
        </p:txBody>
      </p:sp>
      <p:sp>
        <p:nvSpPr>
          <p:cNvPr id="31" name="Rectangle 30">
            <a:extLst>
              <a:ext uri="{FF2B5EF4-FFF2-40B4-BE49-F238E27FC236}">
                <a16:creationId xmlns:a16="http://schemas.microsoft.com/office/drawing/2014/main" id="{C2010E91-08E4-A7F3-4A5F-825007323DF4}"/>
              </a:ext>
            </a:extLst>
          </p:cNvPr>
          <p:cNvSpPr/>
          <p:nvPr/>
        </p:nvSpPr>
        <p:spPr>
          <a:xfrm>
            <a:off x="8438542" y="4589550"/>
            <a:ext cx="1238862" cy="4062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ROOM NO </a:t>
            </a:r>
            <a:endParaRPr lang="en-IN" dirty="0">
              <a:ln w="0"/>
              <a:solidFill>
                <a:schemeClr val="tx1"/>
              </a:solidFill>
              <a:effectLst>
                <a:outerShdw blurRad="38100" dist="19050" dir="2700000" algn="tl" rotWithShape="0">
                  <a:schemeClr val="dk1">
                    <a:alpha val="40000"/>
                  </a:schemeClr>
                </a:outerShdw>
              </a:effectLst>
            </a:endParaRPr>
          </a:p>
        </p:txBody>
      </p:sp>
      <p:cxnSp>
        <p:nvCxnSpPr>
          <p:cNvPr id="19" name="Straight Connector 18">
            <a:extLst>
              <a:ext uri="{FF2B5EF4-FFF2-40B4-BE49-F238E27FC236}">
                <a16:creationId xmlns:a16="http://schemas.microsoft.com/office/drawing/2014/main" id="{5086E705-F829-6BE8-D849-8D7741827701}"/>
              </a:ext>
            </a:extLst>
          </p:cNvPr>
          <p:cNvCxnSpPr>
            <a:cxnSpLocks/>
          </p:cNvCxnSpPr>
          <p:nvPr/>
        </p:nvCxnSpPr>
        <p:spPr>
          <a:xfrm>
            <a:off x="6695766" y="2754535"/>
            <a:ext cx="2276169" cy="5341"/>
          </a:xfrm>
          <a:prstGeom prst="line">
            <a:avLst/>
          </a:prstGeom>
        </p:spPr>
        <p:style>
          <a:lnRef idx="3">
            <a:schemeClr val="dk1"/>
          </a:lnRef>
          <a:fillRef idx="0">
            <a:schemeClr val="dk1"/>
          </a:fillRef>
          <a:effectRef idx="2">
            <a:schemeClr val="dk1"/>
          </a:effectRef>
          <a:fontRef idx="minor">
            <a:schemeClr val="tx1"/>
          </a:fontRef>
        </p:style>
      </p:cxnSp>
      <p:cxnSp>
        <p:nvCxnSpPr>
          <p:cNvPr id="35" name="Straight Arrow Connector 34">
            <a:extLst>
              <a:ext uri="{FF2B5EF4-FFF2-40B4-BE49-F238E27FC236}">
                <a16:creationId xmlns:a16="http://schemas.microsoft.com/office/drawing/2014/main" id="{4AA5D9D3-EE8F-A20F-0189-D68C8DE84BD6}"/>
              </a:ext>
            </a:extLst>
          </p:cNvPr>
          <p:cNvCxnSpPr>
            <a:endCxn id="14" idx="0"/>
          </p:cNvCxnSpPr>
          <p:nvPr/>
        </p:nvCxnSpPr>
        <p:spPr>
          <a:xfrm>
            <a:off x="8971935" y="2754535"/>
            <a:ext cx="1" cy="90012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7" name="Straight Connector 36">
            <a:extLst>
              <a:ext uri="{FF2B5EF4-FFF2-40B4-BE49-F238E27FC236}">
                <a16:creationId xmlns:a16="http://schemas.microsoft.com/office/drawing/2014/main" id="{56FA7FBD-22B6-38E7-9AD5-CD6B068EBD67}"/>
              </a:ext>
            </a:extLst>
          </p:cNvPr>
          <p:cNvCxnSpPr>
            <a:cxnSpLocks/>
            <a:stCxn id="15" idx="1"/>
          </p:cNvCxnSpPr>
          <p:nvPr/>
        </p:nvCxnSpPr>
        <p:spPr>
          <a:xfrm flipH="1">
            <a:off x="2406444" y="2733762"/>
            <a:ext cx="2659627" cy="15659"/>
          </a:xfrm>
          <a:prstGeom prst="line">
            <a:avLst/>
          </a:prstGeom>
        </p:spPr>
        <p:style>
          <a:lnRef idx="3">
            <a:schemeClr val="dk1"/>
          </a:lnRef>
          <a:fillRef idx="0">
            <a:schemeClr val="dk1"/>
          </a:fillRef>
          <a:effectRef idx="2">
            <a:schemeClr val="dk1"/>
          </a:effectRef>
          <a:fontRef idx="minor">
            <a:schemeClr val="tx1"/>
          </a:fontRef>
        </p:style>
      </p:cxnSp>
      <p:cxnSp>
        <p:nvCxnSpPr>
          <p:cNvPr id="42" name="Straight Arrow Connector 41">
            <a:extLst>
              <a:ext uri="{FF2B5EF4-FFF2-40B4-BE49-F238E27FC236}">
                <a16:creationId xmlns:a16="http://schemas.microsoft.com/office/drawing/2014/main" id="{BCB1CB40-8F8D-F77C-3342-033E40F80F4A}"/>
              </a:ext>
            </a:extLst>
          </p:cNvPr>
          <p:cNvCxnSpPr>
            <a:endCxn id="5" idx="0"/>
          </p:cNvCxnSpPr>
          <p:nvPr/>
        </p:nvCxnSpPr>
        <p:spPr>
          <a:xfrm>
            <a:off x="2406444" y="2754535"/>
            <a:ext cx="0" cy="90012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8" name="Straight Arrow Connector 47">
            <a:extLst>
              <a:ext uri="{FF2B5EF4-FFF2-40B4-BE49-F238E27FC236}">
                <a16:creationId xmlns:a16="http://schemas.microsoft.com/office/drawing/2014/main" id="{0B830144-7B1E-B0FA-2A34-14234BDB6A13}"/>
              </a:ext>
            </a:extLst>
          </p:cNvPr>
          <p:cNvCxnSpPr>
            <a:stCxn id="14" idx="2"/>
          </p:cNvCxnSpPr>
          <p:nvPr/>
        </p:nvCxnSpPr>
        <p:spPr>
          <a:xfrm flipH="1">
            <a:off x="8971935" y="3959789"/>
            <a:ext cx="1" cy="6297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244669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3" name="Title 1"/>
          <p:cNvSpPr txBox="1"/>
          <p:nvPr/>
        </p:nvSpPr>
        <p:spPr bwMode="auto">
          <a:xfrm>
            <a:off x="0" y="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bg1"/>
                </a:solidFill>
                <a:effectLst/>
                <a:uLnTx/>
                <a:uFillTx/>
                <a:latin typeface="Times New Roman" panose="02020603050405020304" pitchFamily="18" charset="0"/>
                <a:ea typeface="+mj-ea"/>
                <a:cs typeface="Times New Roman" panose="02020603050405020304" pitchFamily="18" charset="0"/>
              </a:rPr>
              <a:t>BLOCK DIAGRAM</a:t>
            </a:r>
          </a:p>
        </p:txBody>
      </p:sp>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
        <p:nvSpPr>
          <p:cNvPr id="22" name="Rectangle 21">
            <a:extLst>
              <a:ext uri="{FF2B5EF4-FFF2-40B4-BE49-F238E27FC236}">
                <a16:creationId xmlns:a16="http://schemas.microsoft.com/office/drawing/2014/main" id="{538B30A3-1F5E-9884-9D61-83CF0C4A16BA}"/>
              </a:ext>
            </a:extLst>
          </p:cNvPr>
          <p:cNvSpPr/>
          <p:nvPr/>
        </p:nvSpPr>
        <p:spPr>
          <a:xfrm>
            <a:off x="4660232" y="1191606"/>
            <a:ext cx="2871535" cy="8149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LAB  SECTION</a:t>
            </a:r>
            <a:endParaRPr lang="en-IN" sz="2800" dirty="0">
              <a:ln w="0"/>
              <a:solidFill>
                <a:schemeClr val="tx1"/>
              </a:solidFill>
              <a:effectLst>
                <a:outerShdw blurRad="38100" dist="19050" dir="2700000" algn="tl" rotWithShape="0">
                  <a:schemeClr val="dk1">
                    <a:alpha val="40000"/>
                  </a:schemeClr>
                </a:outerShdw>
              </a:effectLst>
            </a:endParaRPr>
          </a:p>
        </p:txBody>
      </p:sp>
      <p:cxnSp>
        <p:nvCxnSpPr>
          <p:cNvPr id="23" name="Straight Connector 22">
            <a:extLst>
              <a:ext uri="{FF2B5EF4-FFF2-40B4-BE49-F238E27FC236}">
                <a16:creationId xmlns:a16="http://schemas.microsoft.com/office/drawing/2014/main" id="{12785A91-F626-7B36-14C5-E62FF027FEEA}"/>
              </a:ext>
            </a:extLst>
          </p:cNvPr>
          <p:cNvCxnSpPr/>
          <p:nvPr/>
        </p:nvCxnSpPr>
        <p:spPr>
          <a:xfrm>
            <a:off x="1641987" y="2521145"/>
            <a:ext cx="8908026" cy="0"/>
          </a:xfrm>
          <a:prstGeom prst="line">
            <a:avLst/>
          </a:prstGeom>
        </p:spPr>
        <p:style>
          <a:lnRef idx="3">
            <a:schemeClr val="dk1"/>
          </a:lnRef>
          <a:fillRef idx="0">
            <a:schemeClr val="dk1"/>
          </a:fillRef>
          <a:effectRef idx="2">
            <a:schemeClr val="dk1"/>
          </a:effectRef>
          <a:fontRef idx="minor">
            <a:schemeClr val="tx1"/>
          </a:fontRef>
        </p:style>
      </p:cxnSp>
      <p:cxnSp>
        <p:nvCxnSpPr>
          <p:cNvPr id="24" name="Straight Arrow Connector 23">
            <a:extLst>
              <a:ext uri="{FF2B5EF4-FFF2-40B4-BE49-F238E27FC236}">
                <a16:creationId xmlns:a16="http://schemas.microsoft.com/office/drawing/2014/main" id="{6C6AA3DD-BFBF-E9D1-5866-87D25390CB6A}"/>
              </a:ext>
            </a:extLst>
          </p:cNvPr>
          <p:cNvCxnSpPr>
            <a:cxnSpLocks/>
            <a:stCxn id="22" idx="2"/>
          </p:cNvCxnSpPr>
          <p:nvPr/>
        </p:nvCxnSpPr>
        <p:spPr>
          <a:xfrm flipH="1">
            <a:off x="6087979" y="2006574"/>
            <a:ext cx="8021" cy="5332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6" name="Straight Arrow Connector 25">
            <a:extLst>
              <a:ext uri="{FF2B5EF4-FFF2-40B4-BE49-F238E27FC236}">
                <a16:creationId xmlns:a16="http://schemas.microsoft.com/office/drawing/2014/main" id="{F9776BF6-233B-3F82-1E13-C5559CF22704}"/>
              </a:ext>
            </a:extLst>
          </p:cNvPr>
          <p:cNvCxnSpPr/>
          <p:nvPr/>
        </p:nvCxnSpPr>
        <p:spPr>
          <a:xfrm>
            <a:off x="1641987" y="2521145"/>
            <a:ext cx="0" cy="67055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A8CA2586-5D11-9850-A9CC-107EE07C1F80}"/>
              </a:ext>
            </a:extLst>
          </p:cNvPr>
          <p:cNvCxnSpPr/>
          <p:nvPr/>
        </p:nvCxnSpPr>
        <p:spPr>
          <a:xfrm>
            <a:off x="10550013" y="2521145"/>
            <a:ext cx="0" cy="67055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1" name="Rectangle 30">
            <a:extLst>
              <a:ext uri="{FF2B5EF4-FFF2-40B4-BE49-F238E27FC236}">
                <a16:creationId xmlns:a16="http://schemas.microsoft.com/office/drawing/2014/main" id="{40EF911B-BD28-0EC6-807F-97A88DA1F620}"/>
              </a:ext>
            </a:extLst>
          </p:cNvPr>
          <p:cNvSpPr/>
          <p:nvPr/>
        </p:nvSpPr>
        <p:spPr>
          <a:xfrm>
            <a:off x="9192130" y="3188066"/>
            <a:ext cx="2438381" cy="53183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INCHARGE INFO</a:t>
            </a:r>
            <a:endParaRPr lang="en-IN" sz="2400" dirty="0">
              <a:ln w="0"/>
              <a:solidFill>
                <a:schemeClr val="tx1"/>
              </a:solidFill>
              <a:effectLst>
                <a:outerShdw blurRad="38100" dist="19050" dir="2700000" algn="tl" rotWithShape="0">
                  <a:schemeClr val="dk1">
                    <a:alpha val="40000"/>
                  </a:schemeClr>
                </a:outerShdw>
              </a:effectLst>
            </a:endParaRPr>
          </a:p>
        </p:txBody>
      </p:sp>
      <p:sp>
        <p:nvSpPr>
          <p:cNvPr id="32" name="Rectangle 31">
            <a:extLst>
              <a:ext uri="{FF2B5EF4-FFF2-40B4-BE49-F238E27FC236}">
                <a16:creationId xmlns:a16="http://schemas.microsoft.com/office/drawing/2014/main" id="{B823E4CB-27FE-72E8-F410-06864BC210E7}"/>
              </a:ext>
            </a:extLst>
          </p:cNvPr>
          <p:cNvSpPr/>
          <p:nvPr/>
        </p:nvSpPr>
        <p:spPr>
          <a:xfrm>
            <a:off x="779211" y="3154556"/>
            <a:ext cx="1725551" cy="5239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LAB INFO</a:t>
            </a:r>
            <a:r>
              <a:rPr lang="en-US" sz="2400" b="1" dirty="0">
                <a:ln w="0"/>
                <a:solidFill>
                  <a:schemeClr val="tx1"/>
                </a:solidFill>
                <a:effectLst>
                  <a:outerShdw blurRad="38100" dist="19050" dir="2700000" algn="tl" rotWithShape="0">
                    <a:schemeClr val="dk1">
                      <a:alpha val="40000"/>
                    </a:schemeClr>
                  </a:outerShdw>
                </a:effectLst>
              </a:rPr>
              <a:t> </a:t>
            </a:r>
            <a:endParaRPr lang="en-IN" sz="2400" b="1" dirty="0">
              <a:ln w="0"/>
              <a:solidFill>
                <a:schemeClr val="tx1"/>
              </a:solidFill>
              <a:effectLst>
                <a:outerShdw blurRad="38100" dist="19050" dir="2700000" algn="tl" rotWithShape="0">
                  <a:schemeClr val="dk1">
                    <a:alpha val="40000"/>
                  </a:schemeClr>
                </a:outerShdw>
              </a:effectLst>
            </a:endParaRPr>
          </a:p>
        </p:txBody>
      </p:sp>
      <p:cxnSp>
        <p:nvCxnSpPr>
          <p:cNvPr id="33" name="Straight Arrow Connector 32">
            <a:extLst>
              <a:ext uri="{FF2B5EF4-FFF2-40B4-BE49-F238E27FC236}">
                <a16:creationId xmlns:a16="http://schemas.microsoft.com/office/drawing/2014/main" id="{FC478498-159D-2760-FEFF-C47DB8924F50}"/>
              </a:ext>
            </a:extLst>
          </p:cNvPr>
          <p:cNvCxnSpPr/>
          <p:nvPr/>
        </p:nvCxnSpPr>
        <p:spPr>
          <a:xfrm>
            <a:off x="6326540" y="2521145"/>
            <a:ext cx="0" cy="67055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4" name="Rectangle 33">
            <a:extLst>
              <a:ext uri="{FF2B5EF4-FFF2-40B4-BE49-F238E27FC236}">
                <a16:creationId xmlns:a16="http://schemas.microsoft.com/office/drawing/2014/main" id="{4A731420-F54F-5E66-36F6-C68A990F3054}"/>
              </a:ext>
            </a:extLst>
          </p:cNvPr>
          <p:cNvSpPr/>
          <p:nvPr/>
        </p:nvSpPr>
        <p:spPr>
          <a:xfrm>
            <a:off x="5463764" y="3195550"/>
            <a:ext cx="1725551" cy="5239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Reports</a:t>
            </a:r>
            <a:endParaRPr lang="en-IN" sz="2400" b="1"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640DE-3155-80CA-8153-4E1CA97D4FF2}"/>
            </a:ext>
          </a:extLst>
        </p:cNvPr>
        <p:cNvGrpSpPr/>
        <p:nvPr/>
      </p:nvGrpSpPr>
      <p:grpSpPr>
        <a:xfrm>
          <a:off x="0" y="0"/>
          <a:ext cx="0" cy="0"/>
          <a:chOff x="0" y="0"/>
          <a:chExt cx="0" cy="0"/>
        </a:xfrm>
      </p:grpSpPr>
      <p:sp>
        <p:nvSpPr>
          <p:cNvPr id="10241" name="Rectangle 7">
            <a:extLst>
              <a:ext uri="{FF2B5EF4-FFF2-40B4-BE49-F238E27FC236}">
                <a16:creationId xmlns:a16="http://schemas.microsoft.com/office/drawing/2014/main" id="{D77BEF42-84B0-9CF1-C1A1-52026688DA7A}"/>
              </a:ext>
            </a:extLst>
          </p:cNvPr>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3" name="Title 1">
            <a:extLst>
              <a:ext uri="{FF2B5EF4-FFF2-40B4-BE49-F238E27FC236}">
                <a16:creationId xmlns:a16="http://schemas.microsoft.com/office/drawing/2014/main" id="{8E0058F6-F2C1-02C0-532E-98686B8856B5}"/>
              </a:ext>
            </a:extLst>
          </p:cNvPr>
          <p:cNvSpPr txBox="1"/>
          <p:nvPr/>
        </p:nvSpPr>
        <p:spPr bwMode="auto">
          <a:xfrm>
            <a:off x="0" y="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bg1"/>
                </a:solidFill>
                <a:effectLst/>
                <a:uLnTx/>
                <a:uFillTx/>
                <a:latin typeface="Times New Roman" panose="02020603050405020304" pitchFamily="18" charset="0"/>
                <a:ea typeface="+mj-ea"/>
                <a:cs typeface="Times New Roman" panose="02020603050405020304" pitchFamily="18" charset="0"/>
              </a:rPr>
              <a:t>BLOCK DIAGRAM</a:t>
            </a:r>
          </a:p>
        </p:txBody>
      </p:sp>
      <p:pic>
        <p:nvPicPr>
          <p:cNvPr id="7" name="Picture 6">
            <a:extLst>
              <a:ext uri="{FF2B5EF4-FFF2-40B4-BE49-F238E27FC236}">
                <a16:creationId xmlns:a16="http://schemas.microsoft.com/office/drawing/2014/main" id="{8BD45E96-5466-ED39-E09B-CC3472D7CF8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
        <p:nvSpPr>
          <p:cNvPr id="22" name="Rectangle 21">
            <a:extLst>
              <a:ext uri="{FF2B5EF4-FFF2-40B4-BE49-F238E27FC236}">
                <a16:creationId xmlns:a16="http://schemas.microsoft.com/office/drawing/2014/main" id="{F94545BE-8EB2-665C-3D83-75A124AF1027}"/>
              </a:ext>
            </a:extLst>
          </p:cNvPr>
          <p:cNvSpPr/>
          <p:nvPr/>
        </p:nvSpPr>
        <p:spPr>
          <a:xfrm>
            <a:off x="4660232" y="1191606"/>
            <a:ext cx="2871535" cy="8149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HOD  SECTION</a:t>
            </a:r>
            <a:endParaRPr lang="en-IN" sz="2800" dirty="0">
              <a:ln w="0"/>
              <a:solidFill>
                <a:schemeClr val="tx1"/>
              </a:solidFill>
              <a:effectLst>
                <a:outerShdw blurRad="38100" dist="19050" dir="2700000" algn="tl" rotWithShape="0">
                  <a:schemeClr val="dk1">
                    <a:alpha val="40000"/>
                  </a:schemeClr>
                </a:outerShdw>
              </a:effectLst>
            </a:endParaRPr>
          </a:p>
        </p:txBody>
      </p:sp>
      <p:cxnSp>
        <p:nvCxnSpPr>
          <p:cNvPr id="23" name="Straight Connector 22">
            <a:extLst>
              <a:ext uri="{FF2B5EF4-FFF2-40B4-BE49-F238E27FC236}">
                <a16:creationId xmlns:a16="http://schemas.microsoft.com/office/drawing/2014/main" id="{4DF919E7-7E3C-37E3-87E5-5503B7D6BB07}"/>
              </a:ext>
            </a:extLst>
          </p:cNvPr>
          <p:cNvCxnSpPr/>
          <p:nvPr/>
        </p:nvCxnSpPr>
        <p:spPr>
          <a:xfrm>
            <a:off x="1641987" y="2521145"/>
            <a:ext cx="8908026" cy="0"/>
          </a:xfrm>
          <a:prstGeom prst="line">
            <a:avLst/>
          </a:prstGeom>
        </p:spPr>
        <p:style>
          <a:lnRef idx="3">
            <a:schemeClr val="dk1"/>
          </a:lnRef>
          <a:fillRef idx="0">
            <a:schemeClr val="dk1"/>
          </a:fillRef>
          <a:effectRef idx="2">
            <a:schemeClr val="dk1"/>
          </a:effectRef>
          <a:fontRef idx="minor">
            <a:schemeClr val="tx1"/>
          </a:fontRef>
        </p:style>
      </p:cxnSp>
      <p:cxnSp>
        <p:nvCxnSpPr>
          <p:cNvPr id="24" name="Straight Arrow Connector 23">
            <a:extLst>
              <a:ext uri="{FF2B5EF4-FFF2-40B4-BE49-F238E27FC236}">
                <a16:creationId xmlns:a16="http://schemas.microsoft.com/office/drawing/2014/main" id="{E9BDD9E1-F7FE-0577-F4BF-2A2A761E1BC4}"/>
              </a:ext>
            </a:extLst>
          </p:cNvPr>
          <p:cNvCxnSpPr>
            <a:cxnSpLocks/>
            <a:stCxn id="22" idx="2"/>
          </p:cNvCxnSpPr>
          <p:nvPr/>
        </p:nvCxnSpPr>
        <p:spPr>
          <a:xfrm flipH="1">
            <a:off x="6087979" y="2006574"/>
            <a:ext cx="8021" cy="5332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6" name="Straight Arrow Connector 25">
            <a:extLst>
              <a:ext uri="{FF2B5EF4-FFF2-40B4-BE49-F238E27FC236}">
                <a16:creationId xmlns:a16="http://schemas.microsoft.com/office/drawing/2014/main" id="{5E563E52-D90E-CEFB-7945-B11C13107BEC}"/>
              </a:ext>
            </a:extLst>
          </p:cNvPr>
          <p:cNvCxnSpPr/>
          <p:nvPr/>
        </p:nvCxnSpPr>
        <p:spPr>
          <a:xfrm>
            <a:off x="1641987" y="2521145"/>
            <a:ext cx="0" cy="67055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A286B3C6-EA2A-DB77-1824-B6BAE2DACD05}"/>
              </a:ext>
            </a:extLst>
          </p:cNvPr>
          <p:cNvCxnSpPr/>
          <p:nvPr/>
        </p:nvCxnSpPr>
        <p:spPr>
          <a:xfrm>
            <a:off x="10550013" y="2521145"/>
            <a:ext cx="0" cy="67055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1" name="Rectangle 30">
            <a:extLst>
              <a:ext uri="{FF2B5EF4-FFF2-40B4-BE49-F238E27FC236}">
                <a16:creationId xmlns:a16="http://schemas.microsoft.com/office/drawing/2014/main" id="{4415A3DB-5D28-7E67-2734-82FE1A2786F3}"/>
              </a:ext>
            </a:extLst>
          </p:cNvPr>
          <p:cNvSpPr/>
          <p:nvPr/>
        </p:nvSpPr>
        <p:spPr>
          <a:xfrm>
            <a:off x="9192130" y="3188066"/>
            <a:ext cx="2737425" cy="5901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Wingdings" panose="05000000000000000000" pitchFamily="2" charset="2"/>
              <a:buChar char="q"/>
            </a:pPr>
            <a:r>
              <a:rPr lang="en-IN" sz="2400" dirty="0">
                <a:ln w="0"/>
                <a:solidFill>
                  <a:schemeClr val="tx1"/>
                </a:solidFill>
                <a:effectLst>
                  <a:outerShdw blurRad="38100" dist="19050" dir="2700000" algn="tl" rotWithShape="0">
                    <a:schemeClr val="dk1">
                      <a:alpha val="40000"/>
                    </a:schemeClr>
                  </a:outerShdw>
                </a:effectLst>
              </a:rPr>
              <a:t>Teacher’s Status</a:t>
            </a:r>
          </a:p>
        </p:txBody>
      </p:sp>
      <p:sp>
        <p:nvSpPr>
          <p:cNvPr id="32" name="Rectangle 31">
            <a:extLst>
              <a:ext uri="{FF2B5EF4-FFF2-40B4-BE49-F238E27FC236}">
                <a16:creationId xmlns:a16="http://schemas.microsoft.com/office/drawing/2014/main" id="{C88CA622-3C38-1C76-8128-1F2DFB36FA83}"/>
              </a:ext>
            </a:extLst>
          </p:cNvPr>
          <p:cNvSpPr/>
          <p:nvPr/>
        </p:nvSpPr>
        <p:spPr>
          <a:xfrm>
            <a:off x="262441" y="3180222"/>
            <a:ext cx="3199396" cy="6705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Wingdings" panose="05000000000000000000" pitchFamily="2" charset="2"/>
              <a:buChar char="q"/>
            </a:pPr>
            <a:r>
              <a:rPr lang="en-US" sz="2400" dirty="0">
                <a:ln w="0"/>
                <a:solidFill>
                  <a:schemeClr val="tx1"/>
                </a:solidFill>
                <a:effectLst>
                  <a:outerShdw blurRad="38100" dist="19050" dir="2700000" algn="tl" rotWithShape="0">
                    <a:schemeClr val="dk1">
                      <a:alpha val="40000"/>
                    </a:schemeClr>
                  </a:outerShdw>
                </a:effectLst>
              </a:rPr>
              <a:t>Add \</a:t>
            </a:r>
            <a:r>
              <a:rPr lang="en-US" sz="2400" dirty="0" err="1">
                <a:ln w="0"/>
                <a:solidFill>
                  <a:schemeClr val="tx1"/>
                </a:solidFill>
                <a:effectLst>
                  <a:outerShdw blurRad="38100" dist="19050" dir="2700000" algn="tl" rotWithShape="0">
                    <a:schemeClr val="dk1">
                      <a:alpha val="40000"/>
                    </a:schemeClr>
                  </a:outerShdw>
                </a:effectLst>
              </a:rPr>
              <a:t>DeleteTeacher</a:t>
            </a:r>
            <a:endParaRPr lang="en-US" sz="2400" dirty="0">
              <a:ln w="0"/>
              <a:solidFill>
                <a:schemeClr val="tx1"/>
              </a:solidFill>
              <a:effectLst>
                <a:outerShdw blurRad="38100" dist="19050" dir="2700000" algn="tl" rotWithShape="0">
                  <a:schemeClr val="dk1">
                    <a:alpha val="40000"/>
                  </a:schemeClr>
                </a:outerShdw>
              </a:effectLst>
            </a:endParaRPr>
          </a:p>
        </p:txBody>
      </p:sp>
      <p:cxnSp>
        <p:nvCxnSpPr>
          <p:cNvPr id="33" name="Straight Arrow Connector 32">
            <a:extLst>
              <a:ext uri="{FF2B5EF4-FFF2-40B4-BE49-F238E27FC236}">
                <a16:creationId xmlns:a16="http://schemas.microsoft.com/office/drawing/2014/main" id="{738DEFA0-5FD0-9726-0BF8-2A8931E74CE1}"/>
              </a:ext>
            </a:extLst>
          </p:cNvPr>
          <p:cNvCxnSpPr/>
          <p:nvPr/>
        </p:nvCxnSpPr>
        <p:spPr>
          <a:xfrm>
            <a:off x="6326540" y="2521145"/>
            <a:ext cx="0" cy="67055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4" name="Rectangle 33">
            <a:extLst>
              <a:ext uri="{FF2B5EF4-FFF2-40B4-BE49-F238E27FC236}">
                <a16:creationId xmlns:a16="http://schemas.microsoft.com/office/drawing/2014/main" id="{56686B4B-B496-6248-2A03-41660E5FA191}"/>
              </a:ext>
            </a:extLst>
          </p:cNvPr>
          <p:cNvSpPr/>
          <p:nvPr/>
        </p:nvSpPr>
        <p:spPr>
          <a:xfrm>
            <a:off x="5157567" y="3187343"/>
            <a:ext cx="2374200" cy="93286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Wingdings" panose="05000000000000000000" pitchFamily="2" charset="2"/>
              <a:buChar char="q"/>
            </a:pPr>
            <a:endParaRPr lang="en-US" sz="2400" dirty="0">
              <a:ln w="0"/>
              <a:solidFill>
                <a:schemeClr val="tx1"/>
              </a:solidFill>
              <a:effectLst>
                <a:outerShdw blurRad="38100" dist="19050" dir="2700000" algn="tl" rotWithShape="0">
                  <a:schemeClr val="dk1">
                    <a:alpha val="40000"/>
                  </a:schemeClr>
                </a:outerShdw>
              </a:effectLst>
            </a:endParaRPr>
          </a:p>
          <a:p>
            <a:pPr marL="342900" indent="-342900">
              <a:buFont typeface="Wingdings" panose="05000000000000000000" pitchFamily="2" charset="2"/>
              <a:buChar char="q"/>
            </a:pPr>
            <a:r>
              <a:rPr lang="en-US" sz="2400" dirty="0">
                <a:ln w="0"/>
                <a:solidFill>
                  <a:schemeClr val="tx1"/>
                </a:solidFill>
                <a:effectLst>
                  <a:outerShdw blurRad="38100" dist="19050" dir="2700000" algn="tl" rotWithShape="0">
                    <a:schemeClr val="dk1">
                      <a:alpha val="40000"/>
                    </a:schemeClr>
                  </a:outerShdw>
                </a:effectLst>
              </a:rPr>
              <a:t>Lab Reports</a:t>
            </a:r>
            <a:endParaRPr lang="en-IN" sz="2400" b="1"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614287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6084F-EC5E-C341-B4E8-607BCE923F83}"/>
            </a:ext>
          </a:extLst>
        </p:cNvPr>
        <p:cNvGrpSpPr/>
        <p:nvPr/>
      </p:nvGrpSpPr>
      <p:grpSpPr>
        <a:xfrm>
          <a:off x="0" y="0"/>
          <a:ext cx="0" cy="0"/>
          <a:chOff x="0" y="0"/>
          <a:chExt cx="0" cy="0"/>
        </a:xfrm>
      </p:grpSpPr>
      <p:sp>
        <p:nvSpPr>
          <p:cNvPr id="13313" name="Rectangle 7">
            <a:extLst>
              <a:ext uri="{FF2B5EF4-FFF2-40B4-BE49-F238E27FC236}">
                <a16:creationId xmlns:a16="http://schemas.microsoft.com/office/drawing/2014/main" id="{39FAE376-76BC-47CB-75B6-CD006F712902}"/>
              </a:ext>
            </a:extLst>
          </p:cNvPr>
          <p:cNvSpPr/>
          <p:nvPr/>
        </p:nvSpPr>
        <p:spPr>
          <a:xfrm>
            <a:off x="2573922" y="1217123"/>
            <a:ext cx="8992436" cy="3128357"/>
          </a:xfrm>
          <a:prstGeom prst="rect">
            <a:avLst/>
          </a:prstGeom>
          <a:noFill/>
          <a:ln w="9525">
            <a:noFill/>
          </a:ln>
        </p:spPr>
        <p:txBody>
          <a:bodyPr wrap="square" anchor="ctr" anchorCtr="0">
            <a:spAutoFit/>
          </a:bodyPr>
          <a:lstStyle/>
          <a:p>
            <a:pPr lvl="0" fontAlgn="auto">
              <a:lnSpc>
                <a:spcPct val="90000"/>
              </a:lnSpc>
              <a:spcAft>
                <a:spcPts val="0"/>
              </a:spcAft>
              <a:defRPr/>
            </a:pPr>
            <a:r>
              <a:rPr lang="en-US" sz="2400" b="1" dirty="0">
                <a:latin typeface="Times New Roman" panose="02020603050405020304" pitchFamily="18" charset="0"/>
                <a:cs typeface="Times New Roman" panose="02020603050405020304" pitchFamily="18" charset="0"/>
              </a:rPr>
              <a:t>Mentor’s Suggestion  (if any) </a:t>
            </a:r>
          </a:p>
          <a:p>
            <a:pPr lvl="0" fontAlgn="auto">
              <a:lnSpc>
                <a:spcPct val="150000"/>
              </a:lnSpc>
              <a:spcAft>
                <a:spcPts val="0"/>
              </a:spcAft>
              <a:defRPr/>
            </a:pPr>
            <a:endParaRPr lang="en-US" sz="2400" b="1" dirty="0">
              <a:latin typeface="Times New Roman" panose="02020603050405020304" pitchFamily="18" charset="0"/>
              <a:cs typeface="Times New Roman" panose="02020603050405020304" pitchFamily="18" charset="0"/>
            </a:endParaRPr>
          </a:p>
          <a:p>
            <a:pPr marL="457200" lvl="0" indent="-457200" fontAlgn="auto">
              <a:lnSpc>
                <a:spcPct val="150000"/>
              </a:lnSpc>
              <a:spcAft>
                <a:spcPts val="0"/>
              </a:spcAft>
              <a:buAutoNum type="arabicPeriod"/>
              <a:defRPr/>
            </a:pPr>
            <a:r>
              <a:rPr lang="en-US" sz="2400" b="1" dirty="0"/>
              <a:t>Lab Reports</a:t>
            </a:r>
            <a:r>
              <a:rPr lang="en-US" sz="2400" dirty="0"/>
              <a:t> </a:t>
            </a:r>
          </a:p>
          <a:p>
            <a:pPr lvl="0" fontAlgn="auto">
              <a:lnSpc>
                <a:spcPct val="150000"/>
              </a:lnSpc>
              <a:spcAft>
                <a:spcPts val="0"/>
              </a:spcAft>
              <a:defRPr/>
            </a:pPr>
            <a:r>
              <a:rPr lang="en-US" sz="2400" i="1" u="sng" dirty="0"/>
              <a:t>Implementation comment: </a:t>
            </a:r>
          </a:p>
          <a:p>
            <a:pPr lvl="0" fontAlgn="auto">
              <a:lnSpc>
                <a:spcPct val="150000"/>
              </a:lnSpc>
              <a:spcAft>
                <a:spcPts val="0"/>
              </a:spcAft>
              <a:defRPr/>
            </a:pPr>
            <a:r>
              <a:rPr lang="en-US" sz="2400" dirty="0">
                <a:latin typeface="Times New Roman" panose="02020603050405020304" pitchFamily="18" charset="0"/>
                <a:cs typeface="Times New Roman" panose="02020603050405020304" pitchFamily="18" charset="0"/>
              </a:rPr>
              <a:t>The feature to display lab components that need repair has been implemented in the app</a:t>
            </a:r>
          </a:p>
        </p:txBody>
      </p:sp>
      <p:sp>
        <p:nvSpPr>
          <p:cNvPr id="13314" name="Title 1">
            <a:extLst>
              <a:ext uri="{FF2B5EF4-FFF2-40B4-BE49-F238E27FC236}">
                <a16:creationId xmlns:a16="http://schemas.microsoft.com/office/drawing/2014/main" id="{6895A5BC-8473-38B0-DDF9-17189F56CF39}"/>
              </a:ext>
            </a:extLst>
          </p:cNvPr>
          <p:cNvSpPr txBox="1"/>
          <p:nvPr/>
        </p:nvSpPr>
        <p:spPr>
          <a:xfrm>
            <a:off x="2251075" y="1079306"/>
            <a:ext cx="7239000" cy="908050"/>
          </a:xfrm>
          <a:prstGeom prst="rect">
            <a:avLst/>
          </a:prstGeom>
          <a:noFill/>
          <a:ln w="9525">
            <a:noFill/>
          </a:ln>
        </p:spPr>
        <p:txBody>
          <a:bodyPr anchor="b" anchorCtr="0"/>
          <a:lstStyle/>
          <a:p>
            <a:pPr algn="ctr">
              <a:lnSpc>
                <a:spcPct val="90000"/>
              </a:lnSpc>
            </a:pPr>
            <a:endParaRPr lang="en-US" altLang="en-US" sz="3900" dirty="0">
              <a:solidFill>
                <a:srgbClr val="525252"/>
              </a:solidFill>
              <a:latin typeface="Times New Roman" panose="02020603050405020304" pitchFamily="18" charset="0"/>
              <a:ea typeface="Times New Roman" panose="02020603050405020304" pitchFamily="18" charset="0"/>
            </a:endParaRPr>
          </a:p>
        </p:txBody>
      </p:sp>
      <p:pic>
        <p:nvPicPr>
          <p:cNvPr id="6" name="Picture 5">
            <a:extLst>
              <a:ext uri="{FF2B5EF4-FFF2-40B4-BE49-F238E27FC236}">
                <a16:creationId xmlns:a16="http://schemas.microsoft.com/office/drawing/2014/main" id="{F5769E4E-9DE0-A980-F3BD-67A3CD3A5B9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
        <p:nvSpPr>
          <p:cNvPr id="7" name="Text Box 2">
            <a:extLst>
              <a:ext uri="{FF2B5EF4-FFF2-40B4-BE49-F238E27FC236}">
                <a16:creationId xmlns:a16="http://schemas.microsoft.com/office/drawing/2014/main" id="{1C802D02-065D-CE64-F377-256DE2FF4B1F}"/>
              </a:ext>
            </a:extLst>
          </p:cNvPr>
          <p:cNvSpPr txBox="1">
            <a:spLocks noChangeArrowheads="1"/>
          </p:cNvSpPr>
          <p:nvPr/>
        </p:nvSpPr>
        <p:spPr bwMode="auto">
          <a:xfrm>
            <a:off x="2045335" y="6261102"/>
            <a:ext cx="4907280" cy="281305"/>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F24ACDA7-0415-43BE-E488-784C2DDC723B}"/>
              </a:ext>
            </a:extLst>
          </p:cNvPr>
          <p:cNvSpPr txBox="1"/>
          <p:nvPr/>
        </p:nvSpPr>
        <p:spPr bwMode="auto">
          <a:xfrm>
            <a:off x="0" y="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lvl="0" eaLnBrk="1" fontAlgn="auto" hangingPunct="1">
              <a:spcAft>
                <a:spcPts val="0"/>
              </a:spcAft>
              <a:defRPr/>
            </a:pPr>
            <a:r>
              <a:rPr lang="en-US" sz="3200" b="1" dirty="0">
                <a:solidFill>
                  <a:schemeClr val="bg1"/>
                </a:solidFill>
                <a:latin typeface="Times New Roman" panose="02020603050405020304" pitchFamily="18" charset="0"/>
                <a:cs typeface="Times New Roman" panose="02020603050405020304" pitchFamily="18" charset="0"/>
              </a:rPr>
              <a:t>Mentor’s Suggestion  </a:t>
            </a:r>
          </a:p>
        </p:txBody>
      </p:sp>
      <mc:AlternateContent xmlns:mc="http://schemas.openxmlformats.org/markup-compatibility/2006">
        <mc:Choice xmlns:am3d="http://schemas.microsoft.com/office/drawing/2017/model3d" Requires="am3d">
          <p:graphicFrame>
            <p:nvGraphicFramePr>
              <p:cNvPr id="4" name="3D Model 3" descr="Male Wizard 2 Hat">
                <a:extLst>
                  <a:ext uri="{FF2B5EF4-FFF2-40B4-BE49-F238E27FC236}">
                    <a16:creationId xmlns:a16="http://schemas.microsoft.com/office/drawing/2014/main" id="{02650A92-7F6A-6F05-E3B1-891485F79B13}"/>
                  </a:ext>
                </a:extLst>
              </p:cNvPr>
              <p:cNvGraphicFramePr>
                <a:graphicFrameLocks noChangeAspect="1"/>
              </p:cNvGraphicFramePr>
              <p:nvPr>
                <p:extLst>
                  <p:ext uri="{D42A27DB-BD31-4B8C-83A1-F6EECF244321}">
                    <p14:modId xmlns:p14="http://schemas.microsoft.com/office/powerpoint/2010/main" val="1857864056"/>
                  </p:ext>
                </p:extLst>
              </p:nvPr>
            </p:nvGraphicFramePr>
            <p:xfrm>
              <a:off x="2573922" y="2167642"/>
              <a:ext cx="366620" cy="481190"/>
            </p:xfrm>
            <a:graphic>
              <a:graphicData uri="http://schemas.microsoft.com/office/drawing/2017/model3d">
                <am3d:model3d r:embed="rId3">
                  <am3d:spPr>
                    <a:xfrm>
                      <a:off x="0" y="0"/>
                      <a:ext cx="366620" cy="481190"/>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59055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 name="3D Model 3" descr="Male Wizard 2 Hat">
                <a:extLst>
                  <a:ext uri="{FF2B5EF4-FFF2-40B4-BE49-F238E27FC236}">
                    <a16:creationId xmlns:a16="http://schemas.microsoft.com/office/drawing/2014/main" id="{02650A92-7F6A-6F05-E3B1-891485F79B13}"/>
                  </a:ext>
                </a:extLst>
              </p:cNvPr>
              <p:cNvPicPr>
                <a:picLocks noGrp="1" noRot="1" noChangeAspect="1" noMove="1" noResize="1" noEditPoints="1" noAdjustHandles="1" noChangeArrowheads="1" noChangeShapeType="1" noCrop="1"/>
              </p:cNvPicPr>
              <p:nvPr/>
            </p:nvPicPr>
            <p:blipFill>
              <a:blip r:embed="rId4"/>
              <a:stretch>
                <a:fillRect/>
              </a:stretch>
            </p:blipFill>
            <p:spPr>
              <a:xfrm>
                <a:off x="2573922" y="2167642"/>
                <a:ext cx="366620" cy="481190"/>
              </a:xfrm>
              <a:prstGeom prst="rect">
                <a:avLst/>
              </a:prstGeom>
            </p:spPr>
          </p:pic>
        </mc:Fallback>
      </mc:AlternateContent>
    </p:spTree>
    <p:extLst>
      <p:ext uri="{BB962C8B-B14F-4D97-AF65-F5344CB8AC3E}">
        <p14:creationId xmlns:p14="http://schemas.microsoft.com/office/powerpoint/2010/main" val="28421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3" name="Title 1"/>
          <p:cNvSpPr txBox="1"/>
          <p:nvPr/>
        </p:nvSpPr>
        <p:spPr bwMode="auto">
          <a:xfrm>
            <a:off x="0" y="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lvl="0" eaLnBrk="1" fontAlgn="auto" hangingPunct="1">
              <a:spcAft>
                <a:spcPts val="0"/>
              </a:spcAft>
              <a:defRPr/>
            </a:pPr>
            <a:r>
              <a:rPr lang="en-US" sz="3200" b="1" dirty="0">
                <a:solidFill>
                  <a:schemeClr val="bg1"/>
                </a:solidFill>
                <a:latin typeface="Times New Roman" panose="02020603050405020304" pitchFamily="18" charset="0"/>
                <a:cs typeface="Times New Roman" panose="02020603050405020304" pitchFamily="18" charset="0"/>
              </a:rPr>
              <a:t>Innovative Work </a:t>
            </a:r>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
        <p:nvSpPr>
          <p:cNvPr id="8" name="TextBox 7"/>
          <p:cNvSpPr txBox="1"/>
          <p:nvPr/>
        </p:nvSpPr>
        <p:spPr>
          <a:xfrm>
            <a:off x="1200785" y="1288733"/>
            <a:ext cx="7159625" cy="3822650"/>
          </a:xfrm>
          <a:prstGeom prst="rect">
            <a:avLst/>
          </a:prstGeom>
          <a:noFill/>
          <a:ln w="9525">
            <a:noFill/>
          </a:ln>
        </p:spPr>
        <p:txBody>
          <a:bodyPr anchor="t" anchorCtr="0">
            <a:spAutoFit/>
          </a:bodyPr>
          <a:lstStyle/>
          <a:p>
            <a:pPr lvl="0" fontAlgn="auto">
              <a:lnSpc>
                <a:spcPct val="90000"/>
              </a:lnSpc>
              <a:spcAft>
                <a:spcPts val="0"/>
              </a:spcAft>
              <a:defRPr/>
            </a:pPr>
            <a:r>
              <a:rPr lang="en-US" sz="2000" b="1" dirty="0">
                <a:latin typeface="Times New Roman" panose="02020603050405020304" pitchFamily="18" charset="0"/>
                <a:cs typeface="Times New Roman" panose="02020603050405020304" pitchFamily="18" charset="0"/>
              </a:rPr>
              <a:t>Innovative Work  :</a:t>
            </a:r>
          </a:p>
          <a:p>
            <a:pPr lvl="0" fontAlgn="auto">
              <a:lnSpc>
                <a:spcPct val="90000"/>
              </a:lnSpc>
              <a:spcAft>
                <a:spcPts val="0"/>
              </a:spcAft>
              <a:defRPr/>
            </a:pPr>
            <a:endParaRPr lang="en-US" sz="2000" dirty="0">
              <a:latin typeface="Times New Roman" panose="02020603050405020304" pitchFamily="18" charset="0"/>
              <a:cs typeface="Times New Roman" panose="02020603050405020304" pitchFamily="18" charset="0"/>
            </a:endParaRPr>
          </a:p>
          <a:p>
            <a:pPr marL="342900" lvl="0" indent="-342900" fontAlgn="auto">
              <a:lnSpc>
                <a:spcPct val="90000"/>
              </a:lnSpc>
              <a:spcAft>
                <a:spcPts val="0"/>
              </a:spcAft>
              <a:buAutoNum type="arabicPeriod"/>
              <a:defRPr/>
            </a:pPr>
            <a:r>
              <a:rPr lang="en-US" sz="2000" dirty="0">
                <a:latin typeface="Times New Roman" panose="02020603050405020304" pitchFamily="18" charset="0"/>
                <a:cs typeface="Times New Roman" panose="02020603050405020304" pitchFamily="18" charset="0"/>
              </a:rPr>
              <a:t>Added  lab-</a:t>
            </a:r>
            <a:r>
              <a:rPr lang="en-US" sz="2000" dirty="0" err="1">
                <a:latin typeface="Times New Roman" panose="02020603050405020304" pitchFamily="18" charset="0"/>
                <a:cs typeface="Times New Roman" panose="02020603050405020304" pitchFamily="18" charset="0"/>
              </a:rPr>
              <a:t>incharge</a:t>
            </a:r>
            <a:r>
              <a:rPr lang="en-US" sz="2000" dirty="0">
                <a:latin typeface="Times New Roman" panose="02020603050405020304" pitchFamily="18" charset="0"/>
                <a:cs typeface="Times New Roman" panose="02020603050405020304" pitchFamily="18" charset="0"/>
              </a:rPr>
              <a:t> management &amp; report generation.</a:t>
            </a:r>
          </a:p>
          <a:p>
            <a:pPr lvl="0" fontAlgn="auto">
              <a:lnSpc>
                <a:spcPct val="90000"/>
              </a:lnSpc>
              <a:spcAft>
                <a:spcPts val="0"/>
              </a:spcAft>
              <a:defRPr/>
            </a:pPr>
            <a:endParaRPr lang="en-US" sz="2000" dirty="0">
              <a:latin typeface="Times New Roman" panose="02020603050405020304" pitchFamily="18" charset="0"/>
              <a:cs typeface="Times New Roman" panose="02020603050405020304" pitchFamily="18" charset="0"/>
            </a:endParaRPr>
          </a:p>
          <a:p>
            <a:pPr marL="342900" lvl="0" indent="-342900" fontAlgn="auto">
              <a:lnSpc>
                <a:spcPct val="90000"/>
              </a:lnSpc>
              <a:spcAft>
                <a:spcPts val="0"/>
              </a:spcAft>
              <a:buAutoNum type="arabicPeriod"/>
              <a:defRPr/>
            </a:pPr>
            <a:endParaRPr lang="en-US" sz="2000" dirty="0">
              <a:latin typeface="Times New Roman" panose="02020603050405020304" pitchFamily="18" charset="0"/>
              <a:cs typeface="Times New Roman" panose="02020603050405020304" pitchFamily="18" charset="0"/>
            </a:endParaRPr>
          </a:p>
          <a:p>
            <a:pPr marL="342900" lvl="0" indent="-342900" fontAlgn="auto">
              <a:lnSpc>
                <a:spcPct val="90000"/>
              </a:lnSpc>
              <a:spcAft>
                <a:spcPts val="0"/>
              </a:spcAft>
              <a:buAutoNum type="arabicPeriod"/>
              <a:defRPr/>
            </a:pPr>
            <a:r>
              <a:rPr lang="en-US" sz="2000" dirty="0">
                <a:latin typeface="Times New Roman" panose="02020603050405020304" pitchFamily="18" charset="0"/>
                <a:cs typeface="Times New Roman" panose="02020603050405020304" pitchFamily="18" charset="0"/>
              </a:rPr>
              <a:t>Proposed  analytics for better decision-making </a:t>
            </a:r>
          </a:p>
          <a:p>
            <a:pPr marL="342900" lvl="0" indent="-342900" fontAlgn="auto">
              <a:lnSpc>
                <a:spcPct val="90000"/>
              </a:lnSpc>
              <a:spcAft>
                <a:spcPts val="0"/>
              </a:spcAft>
              <a:buAutoNum type="arabicPeriod"/>
              <a:defRPr/>
            </a:pPr>
            <a:endParaRPr lang="en-US" sz="2000" dirty="0">
              <a:latin typeface="Times New Roman" panose="02020603050405020304" pitchFamily="18" charset="0"/>
              <a:cs typeface="Times New Roman" panose="02020603050405020304" pitchFamily="18" charset="0"/>
            </a:endParaRPr>
          </a:p>
          <a:p>
            <a:pPr marL="342900" lvl="0" indent="-342900" fontAlgn="auto">
              <a:lnSpc>
                <a:spcPct val="90000"/>
              </a:lnSpc>
              <a:spcAft>
                <a:spcPts val="0"/>
              </a:spcAft>
              <a:buAutoNum type="arabicPeriod"/>
              <a:defRPr/>
            </a:pPr>
            <a:r>
              <a:rPr lang="en-US" sz="2000" dirty="0">
                <a:latin typeface="Times New Roman" panose="02020603050405020304" pitchFamily="18" charset="0"/>
                <a:cs typeface="Times New Roman" panose="02020603050405020304" pitchFamily="18" charset="0"/>
              </a:rPr>
              <a:t>Integrated role-based access with real-time dashboards.</a:t>
            </a:r>
          </a:p>
          <a:p>
            <a:pPr lvl="0" fontAlgn="auto">
              <a:lnSpc>
                <a:spcPct val="90000"/>
              </a:lnSpc>
              <a:spcAft>
                <a:spcPts val="0"/>
              </a:spcAft>
              <a:defRPr/>
            </a:pPr>
            <a:endParaRPr lang="en-US" sz="2000" dirty="0">
              <a:latin typeface="Times New Roman" panose="02020603050405020304" pitchFamily="18" charset="0"/>
              <a:cs typeface="Times New Roman" panose="02020603050405020304" pitchFamily="18" charset="0"/>
            </a:endParaRPr>
          </a:p>
          <a:p>
            <a:pPr marL="342900" lvl="0" indent="-342900" fontAlgn="auto">
              <a:lnSpc>
                <a:spcPct val="90000"/>
              </a:lnSpc>
              <a:spcAft>
                <a:spcPts val="0"/>
              </a:spcAft>
              <a:buAutoNum type="arabicPeriod"/>
              <a:defRPr/>
            </a:pPr>
            <a:endParaRPr lang="en-US" sz="2000" dirty="0">
              <a:latin typeface="Times New Roman" panose="02020603050405020304" pitchFamily="18" charset="0"/>
              <a:cs typeface="Times New Roman" panose="02020603050405020304" pitchFamily="18" charset="0"/>
            </a:endParaRPr>
          </a:p>
          <a:p>
            <a:pPr marL="342900" lvl="0" indent="-342900" fontAlgn="auto">
              <a:lnSpc>
                <a:spcPct val="90000"/>
              </a:lnSpc>
              <a:spcAft>
                <a:spcPts val="0"/>
              </a:spcAft>
              <a:buAutoNum type="arabicPeriod"/>
              <a:defRPr/>
            </a:pPr>
            <a:r>
              <a:rPr lang="en-US" sz="2000" dirty="0">
                <a:latin typeface="Times New Roman" panose="02020603050405020304" pitchFamily="18" charset="0"/>
                <a:cs typeface="Times New Roman" panose="02020603050405020304" pitchFamily="18" charset="0"/>
              </a:rPr>
              <a:t>Gives control to higher authority</a:t>
            </a:r>
          </a:p>
          <a:p>
            <a:pPr lvl="0" fontAlgn="auto">
              <a:lnSpc>
                <a:spcPct val="90000"/>
              </a:lnSpc>
              <a:spcAft>
                <a:spcPts val="0"/>
              </a:spcAft>
              <a:defRPr/>
            </a:pPr>
            <a:r>
              <a:rPr lang="en-US" sz="2000" b="1" dirty="0">
                <a:latin typeface="Times New Roman" panose="02020603050405020304" pitchFamily="18" charset="0"/>
                <a:cs typeface="Times New Roman" panose="02020603050405020304" pitchFamily="18" charset="0"/>
              </a:rPr>
              <a:t> </a:t>
            </a:r>
          </a:p>
          <a:p>
            <a:pPr lvl="0" fontAlgn="auto">
              <a:lnSpc>
                <a:spcPct val="150000"/>
              </a:lnSpc>
              <a:spcAft>
                <a:spcPts val="0"/>
              </a:spcAft>
              <a:defRPr/>
            </a:pPr>
            <a:endParaRPr lang="en-US" sz="20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m3d="http://schemas.microsoft.com/office/drawing/2017/model3d" Requires="am3d">
          <p:graphicFrame>
            <p:nvGraphicFramePr>
              <p:cNvPr id="2" name="3D Model 1" descr="Male Wizard 2 Hat">
                <a:extLst>
                  <a:ext uri="{FF2B5EF4-FFF2-40B4-BE49-F238E27FC236}">
                    <a16:creationId xmlns:a16="http://schemas.microsoft.com/office/drawing/2014/main" id="{B98E8AA4-474F-A364-3465-35CE5330FD31}"/>
                  </a:ext>
                </a:extLst>
              </p:cNvPr>
              <p:cNvGraphicFramePr>
                <a:graphicFrameLocks noChangeAspect="1"/>
              </p:cNvGraphicFramePr>
              <p:nvPr>
                <p:extLst>
                  <p:ext uri="{D42A27DB-BD31-4B8C-83A1-F6EECF244321}">
                    <p14:modId xmlns:p14="http://schemas.microsoft.com/office/powerpoint/2010/main" val="1600602595"/>
                  </p:ext>
                </p:extLst>
              </p:nvPr>
            </p:nvGraphicFramePr>
            <p:xfrm>
              <a:off x="1200785" y="1764101"/>
              <a:ext cx="302992" cy="397677"/>
            </p:xfrm>
            <a:graphic>
              <a:graphicData uri="http://schemas.microsoft.com/office/drawing/2017/model3d">
                <am3d:model3d r:embed="rId3">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descr="Male Wizard 2 Hat">
                <a:extLst>
                  <a:ext uri="{FF2B5EF4-FFF2-40B4-BE49-F238E27FC236}">
                    <a16:creationId xmlns:a16="http://schemas.microsoft.com/office/drawing/2014/main" id="{B98E8AA4-474F-A364-3465-35CE5330FD31}"/>
                  </a:ext>
                </a:extLst>
              </p:cNvPr>
              <p:cNvPicPr>
                <a:picLocks noGrp="1" noRot="1" noChangeAspect="1" noMove="1" noResize="1" noEditPoints="1" noAdjustHandles="1" noChangeArrowheads="1" noChangeShapeType="1" noCrop="1"/>
              </p:cNvPicPr>
              <p:nvPr/>
            </p:nvPicPr>
            <p:blipFill>
              <a:blip r:embed="rId4"/>
              <a:stretch>
                <a:fillRect/>
              </a:stretch>
            </p:blipFill>
            <p:spPr>
              <a:xfrm>
                <a:off x="1200785" y="1764101"/>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3" name="3D Model 2" descr="Male Wizard 2 Hat">
                <a:extLst>
                  <a:ext uri="{FF2B5EF4-FFF2-40B4-BE49-F238E27FC236}">
                    <a16:creationId xmlns:a16="http://schemas.microsoft.com/office/drawing/2014/main" id="{3681C652-021E-BC36-D6B6-AB32CFA203DA}"/>
                  </a:ext>
                </a:extLst>
              </p:cNvPr>
              <p:cNvGraphicFramePr>
                <a:graphicFrameLocks noChangeAspect="1"/>
              </p:cNvGraphicFramePr>
              <p:nvPr>
                <p:extLst>
                  <p:ext uri="{D42A27DB-BD31-4B8C-83A1-F6EECF244321}">
                    <p14:modId xmlns:p14="http://schemas.microsoft.com/office/powerpoint/2010/main" val="1016406736"/>
                  </p:ext>
                </p:extLst>
              </p:nvPr>
            </p:nvGraphicFramePr>
            <p:xfrm>
              <a:off x="1200785" y="2637146"/>
              <a:ext cx="302992" cy="397677"/>
            </p:xfrm>
            <a:graphic>
              <a:graphicData uri="http://schemas.microsoft.com/office/drawing/2017/model3d">
                <am3d:model3d r:embed="rId3">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 name="3D Model 2" descr="Male Wizard 2 Hat">
                <a:extLst>
                  <a:ext uri="{FF2B5EF4-FFF2-40B4-BE49-F238E27FC236}">
                    <a16:creationId xmlns:a16="http://schemas.microsoft.com/office/drawing/2014/main" id="{3681C652-021E-BC36-D6B6-AB32CFA203DA}"/>
                  </a:ext>
                </a:extLst>
              </p:cNvPr>
              <p:cNvPicPr>
                <a:picLocks noGrp="1" noRot="1" noChangeAspect="1" noMove="1" noResize="1" noEditPoints="1" noAdjustHandles="1" noChangeArrowheads="1" noChangeShapeType="1" noCrop="1"/>
              </p:cNvPicPr>
              <p:nvPr/>
            </p:nvPicPr>
            <p:blipFill>
              <a:blip r:embed="rId4"/>
              <a:stretch>
                <a:fillRect/>
              </a:stretch>
            </p:blipFill>
            <p:spPr>
              <a:xfrm>
                <a:off x="1200785" y="2637146"/>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4" name="3D Model 3" descr="Male Wizard 2 Hat">
                <a:extLst>
                  <a:ext uri="{FF2B5EF4-FFF2-40B4-BE49-F238E27FC236}">
                    <a16:creationId xmlns:a16="http://schemas.microsoft.com/office/drawing/2014/main" id="{B91EDB6E-B6A3-6212-6D91-AEEEC5AC08BA}"/>
                  </a:ext>
                </a:extLst>
              </p:cNvPr>
              <p:cNvGraphicFramePr>
                <a:graphicFrameLocks noChangeAspect="1"/>
              </p:cNvGraphicFramePr>
              <p:nvPr>
                <p:extLst>
                  <p:ext uri="{D42A27DB-BD31-4B8C-83A1-F6EECF244321}">
                    <p14:modId xmlns:p14="http://schemas.microsoft.com/office/powerpoint/2010/main" val="4044111844"/>
                  </p:ext>
                </p:extLst>
              </p:nvPr>
            </p:nvGraphicFramePr>
            <p:xfrm>
              <a:off x="1200785" y="3194839"/>
              <a:ext cx="302992" cy="397677"/>
            </p:xfrm>
            <a:graphic>
              <a:graphicData uri="http://schemas.microsoft.com/office/drawing/2017/model3d">
                <am3d:model3d r:embed="rId3">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 name="3D Model 3" descr="Male Wizard 2 Hat">
                <a:extLst>
                  <a:ext uri="{FF2B5EF4-FFF2-40B4-BE49-F238E27FC236}">
                    <a16:creationId xmlns:a16="http://schemas.microsoft.com/office/drawing/2014/main" id="{B91EDB6E-B6A3-6212-6D91-AEEEC5AC08BA}"/>
                  </a:ext>
                </a:extLst>
              </p:cNvPr>
              <p:cNvPicPr>
                <a:picLocks noGrp="1" noRot="1" noChangeAspect="1" noMove="1" noResize="1" noEditPoints="1" noAdjustHandles="1" noChangeArrowheads="1" noChangeShapeType="1" noCrop="1"/>
              </p:cNvPicPr>
              <p:nvPr/>
            </p:nvPicPr>
            <p:blipFill>
              <a:blip r:embed="rId4"/>
              <a:stretch>
                <a:fillRect/>
              </a:stretch>
            </p:blipFill>
            <p:spPr>
              <a:xfrm>
                <a:off x="1200785" y="3194839"/>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5" name="3D Model 4" descr="Male Wizard 2 Hat">
                <a:extLst>
                  <a:ext uri="{FF2B5EF4-FFF2-40B4-BE49-F238E27FC236}">
                    <a16:creationId xmlns:a16="http://schemas.microsoft.com/office/drawing/2014/main" id="{E91810A3-21C8-CEDE-91A5-CC920F0CA2D0}"/>
                  </a:ext>
                </a:extLst>
              </p:cNvPr>
              <p:cNvGraphicFramePr>
                <a:graphicFrameLocks noChangeAspect="1"/>
              </p:cNvGraphicFramePr>
              <p:nvPr>
                <p:extLst>
                  <p:ext uri="{D42A27DB-BD31-4B8C-83A1-F6EECF244321}">
                    <p14:modId xmlns:p14="http://schemas.microsoft.com/office/powerpoint/2010/main" val="1048243438"/>
                  </p:ext>
                </p:extLst>
              </p:nvPr>
            </p:nvGraphicFramePr>
            <p:xfrm>
              <a:off x="1200785" y="4042647"/>
              <a:ext cx="302992" cy="397677"/>
            </p:xfrm>
            <a:graphic>
              <a:graphicData uri="http://schemas.microsoft.com/office/drawing/2017/model3d">
                <am3d:model3d r:embed="rId3">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3D Model 4" descr="Male Wizard 2 Hat">
                <a:extLst>
                  <a:ext uri="{FF2B5EF4-FFF2-40B4-BE49-F238E27FC236}">
                    <a16:creationId xmlns:a16="http://schemas.microsoft.com/office/drawing/2014/main" id="{E91810A3-21C8-CEDE-91A5-CC920F0CA2D0}"/>
                  </a:ext>
                </a:extLst>
              </p:cNvPr>
              <p:cNvPicPr>
                <a:picLocks noGrp="1" noRot="1" noChangeAspect="1" noMove="1" noResize="1" noEditPoints="1" noAdjustHandles="1" noChangeArrowheads="1" noChangeShapeType="1" noCrop="1"/>
              </p:cNvPicPr>
              <p:nvPr/>
            </p:nvPicPr>
            <p:blipFill>
              <a:blip r:embed="rId4"/>
              <a:stretch>
                <a:fillRect/>
              </a:stretch>
            </p:blipFill>
            <p:spPr>
              <a:xfrm>
                <a:off x="1200785" y="4042647"/>
                <a:ext cx="302992" cy="397677"/>
              </a:xfrm>
              <a:prstGeom prst="rect">
                <a:avLst/>
              </a:prstGeom>
            </p:spPr>
          </p:pic>
        </mc:Fallback>
      </mc:AlternateContent>
    </p:spTree>
    <p:extLst>
      <p:ext uri="{BB962C8B-B14F-4D97-AF65-F5344CB8AC3E}">
        <p14:creationId xmlns:p14="http://schemas.microsoft.com/office/powerpoint/2010/main" val="298385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F2C36-158D-5380-D10D-73EE074EA824}"/>
            </a:ext>
          </a:extLst>
        </p:cNvPr>
        <p:cNvGrpSpPr/>
        <p:nvPr/>
      </p:nvGrpSpPr>
      <p:grpSpPr>
        <a:xfrm>
          <a:off x="0" y="0"/>
          <a:ext cx="0" cy="0"/>
          <a:chOff x="0" y="0"/>
          <a:chExt cx="0" cy="0"/>
        </a:xfrm>
      </p:grpSpPr>
      <p:sp>
        <p:nvSpPr>
          <p:cNvPr id="13313" name="Rectangle 7">
            <a:extLst>
              <a:ext uri="{FF2B5EF4-FFF2-40B4-BE49-F238E27FC236}">
                <a16:creationId xmlns:a16="http://schemas.microsoft.com/office/drawing/2014/main" id="{1431B41B-97A1-DE7C-DCE1-904019AE3B1A}"/>
              </a:ext>
            </a:extLst>
          </p:cNvPr>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3314" name="Title 1">
            <a:extLst>
              <a:ext uri="{FF2B5EF4-FFF2-40B4-BE49-F238E27FC236}">
                <a16:creationId xmlns:a16="http://schemas.microsoft.com/office/drawing/2014/main" id="{BBC4BA87-6997-14F4-92AD-44F5B2A54F92}"/>
              </a:ext>
            </a:extLst>
          </p:cNvPr>
          <p:cNvSpPr txBox="1"/>
          <p:nvPr/>
        </p:nvSpPr>
        <p:spPr>
          <a:xfrm>
            <a:off x="2251075" y="1069975"/>
            <a:ext cx="7239000" cy="908050"/>
          </a:xfrm>
          <a:prstGeom prst="rect">
            <a:avLst/>
          </a:prstGeom>
          <a:noFill/>
          <a:ln w="9525">
            <a:noFill/>
          </a:ln>
        </p:spPr>
        <p:txBody>
          <a:bodyPr anchor="b" anchorCtr="0"/>
          <a:lstStyle/>
          <a:p>
            <a:pPr algn="ctr">
              <a:lnSpc>
                <a:spcPct val="90000"/>
              </a:lnSpc>
            </a:pPr>
            <a:endParaRPr lang="en-US" altLang="en-US" sz="3900" dirty="0">
              <a:solidFill>
                <a:srgbClr val="525252"/>
              </a:solidFill>
              <a:latin typeface="Times New Roman" panose="02020603050405020304" pitchFamily="18" charset="0"/>
              <a:ea typeface="Times New Roman" panose="02020603050405020304" pitchFamily="18" charset="0"/>
            </a:endParaRPr>
          </a:p>
        </p:txBody>
      </p:sp>
      <p:pic>
        <p:nvPicPr>
          <p:cNvPr id="6" name="Picture 5">
            <a:extLst>
              <a:ext uri="{FF2B5EF4-FFF2-40B4-BE49-F238E27FC236}">
                <a16:creationId xmlns:a16="http://schemas.microsoft.com/office/drawing/2014/main" id="{F0DD7E47-B629-761D-BE5C-2F4F11E9319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
        <p:nvSpPr>
          <p:cNvPr id="7" name="Text Box 2">
            <a:extLst>
              <a:ext uri="{FF2B5EF4-FFF2-40B4-BE49-F238E27FC236}">
                <a16:creationId xmlns:a16="http://schemas.microsoft.com/office/drawing/2014/main" id="{A0BE3C85-58F5-7589-0BAF-75E29489250A}"/>
              </a:ext>
            </a:extLst>
          </p:cNvPr>
          <p:cNvSpPr txBox="1">
            <a:spLocks noChangeArrowheads="1"/>
          </p:cNvSpPr>
          <p:nvPr/>
        </p:nvSpPr>
        <p:spPr bwMode="auto">
          <a:xfrm>
            <a:off x="2045335" y="6261102"/>
            <a:ext cx="4907280" cy="281305"/>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0402D635-4110-C37F-4973-0CF24C4D8A44}"/>
              </a:ext>
            </a:extLst>
          </p:cNvPr>
          <p:cNvSpPr txBox="1"/>
          <p:nvPr/>
        </p:nvSpPr>
        <p:spPr>
          <a:xfrm>
            <a:off x="523941" y="804763"/>
            <a:ext cx="9919469" cy="400110"/>
          </a:xfrm>
          <a:prstGeom prst="rect">
            <a:avLst/>
          </a:prstGeom>
          <a:noFill/>
        </p:spPr>
        <p:txBody>
          <a:bodyPr wrap="square">
            <a:spAutoFit/>
          </a:bodyPr>
          <a:lstStyle/>
          <a:p>
            <a:r>
              <a:rPr lang="en-US" sz="2000" b="1" dirty="0"/>
              <a:t>Role-Based Access</a:t>
            </a:r>
            <a:r>
              <a:rPr lang="en-US" sz="2000" dirty="0"/>
              <a:t>: Ensures data security by granting access based on user roles.</a:t>
            </a:r>
          </a:p>
        </p:txBody>
      </p:sp>
      <p:pic>
        <p:nvPicPr>
          <p:cNvPr id="14" name="Picture 13">
            <a:extLst>
              <a:ext uri="{FF2B5EF4-FFF2-40B4-BE49-F238E27FC236}">
                <a16:creationId xmlns:a16="http://schemas.microsoft.com/office/drawing/2014/main" id="{6C94F61D-0A9B-FA68-9B4A-8FC9814E84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605" y="1581429"/>
            <a:ext cx="5720686" cy="3276660"/>
          </a:xfrm>
          <a:prstGeom prst="rect">
            <a:avLst/>
          </a:prstGeom>
        </p:spPr>
      </p:pic>
      <p:pic>
        <p:nvPicPr>
          <p:cNvPr id="16" name="Picture 15">
            <a:extLst>
              <a:ext uri="{FF2B5EF4-FFF2-40B4-BE49-F238E27FC236}">
                <a16:creationId xmlns:a16="http://schemas.microsoft.com/office/drawing/2014/main" id="{7744C85B-63E4-79AB-83D5-1605BBDFC7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38787" y="2651289"/>
            <a:ext cx="5681078" cy="3401948"/>
          </a:xfrm>
          <a:prstGeom prst="rect">
            <a:avLst/>
          </a:prstGeom>
        </p:spPr>
      </p:pic>
      <p:sp>
        <p:nvSpPr>
          <p:cNvPr id="2" name="Title 1">
            <a:extLst>
              <a:ext uri="{FF2B5EF4-FFF2-40B4-BE49-F238E27FC236}">
                <a16:creationId xmlns:a16="http://schemas.microsoft.com/office/drawing/2014/main" id="{B77CC628-DF11-677B-B569-A4A2EF5C8ADE}"/>
              </a:ext>
            </a:extLst>
          </p:cNvPr>
          <p:cNvSpPr txBox="1"/>
          <p:nvPr/>
        </p:nvSpPr>
        <p:spPr bwMode="auto">
          <a:xfrm>
            <a:off x="0" y="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Bef>
                <a:spcPts val="1000"/>
              </a:spcBef>
              <a:spcAft>
                <a:spcPts val="0"/>
              </a:spcAft>
              <a:buClr>
                <a:schemeClr val="accent3"/>
              </a:buClr>
              <a:defRPr/>
            </a:pPr>
            <a:r>
              <a:rPr lang="en-US" sz="3200" b="1" dirty="0">
                <a:solidFill>
                  <a:schemeClr val="bg1"/>
                </a:solidFill>
                <a:latin typeface="Times New Roman" panose="02020603050405020304" pitchFamily="18" charset="0"/>
                <a:cs typeface="Times New Roman" panose="02020603050405020304" pitchFamily="18" charset="0"/>
              </a:rPr>
              <a:t>Result &amp; Discussion (till date)</a:t>
            </a:r>
          </a:p>
        </p:txBody>
      </p:sp>
    </p:spTree>
    <p:extLst>
      <p:ext uri="{BB962C8B-B14F-4D97-AF65-F5344CB8AC3E}">
        <p14:creationId xmlns:p14="http://schemas.microsoft.com/office/powerpoint/2010/main" val="2323924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3314" name="Title 1"/>
          <p:cNvSpPr txBox="1"/>
          <p:nvPr/>
        </p:nvSpPr>
        <p:spPr>
          <a:xfrm>
            <a:off x="470913" y="309562"/>
            <a:ext cx="7239000" cy="908050"/>
          </a:xfrm>
          <a:prstGeom prst="rect">
            <a:avLst/>
          </a:prstGeom>
          <a:noFill/>
          <a:ln w="9525">
            <a:noFill/>
          </a:ln>
        </p:spPr>
        <p:txBody>
          <a:bodyPr anchor="b" anchorCtr="0"/>
          <a:lstStyle/>
          <a:p>
            <a:pPr algn="ctr">
              <a:lnSpc>
                <a:spcPct val="90000"/>
              </a:lnSpc>
            </a:pPr>
            <a:endParaRPr lang="en-US" altLang="en-US" sz="3900" dirty="0">
              <a:solidFill>
                <a:srgbClr val="525252"/>
              </a:solidFill>
              <a:latin typeface="Times New Roman" panose="02020603050405020304" pitchFamily="18" charset="0"/>
              <a:ea typeface="Times New Roman" panose="02020603050405020304" pitchFamily="18" charset="0"/>
            </a:endParaRPr>
          </a:p>
        </p:txBody>
      </p:sp>
      <p:sp>
        <p:nvSpPr>
          <p:cNvPr id="9" name="Rectangle 8"/>
          <p:cNvSpPr/>
          <p:nvPr/>
        </p:nvSpPr>
        <p:spPr>
          <a:xfrm>
            <a:off x="-1" y="948808"/>
            <a:ext cx="11351247" cy="707886"/>
          </a:xfrm>
          <a:prstGeom prst="rect">
            <a:avLst/>
          </a:prstGeom>
        </p:spPr>
        <p:txBody>
          <a:bodyPr wrap="square">
            <a:spAutoFit/>
          </a:bodyPr>
          <a:lstStyle/>
          <a:p>
            <a:pPr algn="ctr" eaLnBrk="0" fontAlgn="auto" hangingPunct="0">
              <a:spcBef>
                <a:spcPts val="0"/>
              </a:spcBef>
              <a:spcAft>
                <a:spcPts val="0"/>
              </a:spcAft>
              <a:defRPr/>
            </a:pPr>
            <a:r>
              <a:rPr lang="en-US" sz="2000" b="1" dirty="0"/>
              <a:t>Real-time Monitoring</a:t>
            </a:r>
            <a:r>
              <a:rPr lang="en-US" sz="2000" dirty="0"/>
              <a:t>: Provides live updates and dashboards for ongoing tasks and performance.            </a:t>
            </a:r>
          </a:p>
          <a:p>
            <a:pPr marL="0" marR="0" lvl="0" indent="0" algn="ctr" defTabSz="914400" rtl="0" eaLnBrk="0" fontAlgn="auto" latinLnBrk="0" hangingPunct="0">
              <a:lnSpc>
                <a:spcPct val="100000"/>
              </a:lnSpc>
              <a:spcBef>
                <a:spcPts val="0"/>
              </a:spcBef>
              <a:spcAft>
                <a:spcPts val="0"/>
              </a:spcAft>
              <a:buClrTx/>
              <a:buSzTx/>
              <a:buFontTx/>
              <a:buNone/>
              <a:defRPr/>
            </a:pPr>
            <a:endParaRPr kumimoji="0" lang="en-IN" sz="2000" b="1" i="1" u="none" strike="noStrike" kern="1200" cap="none" spc="0" normalizeH="0" baseline="0" noProof="0" dirty="0">
              <a:ln w="3175"/>
              <a:solidFill>
                <a:schemeClr val="tx1">
                  <a:lumMod val="85000"/>
                  <a:lumOff val="15000"/>
                </a:schemeClr>
              </a:solidFill>
              <a:effectLst>
                <a:outerShdw blurRad="50800" dist="39000" dir="5460000" algn="tl">
                  <a:srgbClr val="000000">
                    <a:alpha val="38000"/>
                  </a:srgbClr>
                </a:outerShdw>
              </a:effectLst>
              <a:uLnTx/>
              <a:uFillTx/>
              <a:latin typeface="Bodoni MT" panose="02070603080606020203" pitchFamily="18" charset="0"/>
              <a:ea typeface="+mn-ea"/>
              <a:cs typeface="+mn-cs"/>
            </a:endParaRPr>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
        <p:nvSpPr>
          <p:cNvPr id="7" name="Text Box 2"/>
          <p:cNvSpPr txBox="1">
            <a:spLocks noChangeArrowheads="1"/>
          </p:cNvSpPr>
          <p:nvPr/>
        </p:nvSpPr>
        <p:spPr bwMode="auto">
          <a:xfrm>
            <a:off x="2045335" y="6261102"/>
            <a:ext cx="4907280" cy="281305"/>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2F6DFF87-A7F1-1DF0-499A-F5E99E36B0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2665" y="1343032"/>
            <a:ext cx="5313443" cy="2857491"/>
          </a:xfrm>
          <a:prstGeom prst="rect">
            <a:avLst/>
          </a:prstGeom>
        </p:spPr>
      </p:pic>
      <p:pic>
        <p:nvPicPr>
          <p:cNvPr id="12" name="Picture 11">
            <a:extLst>
              <a:ext uri="{FF2B5EF4-FFF2-40B4-BE49-F238E27FC236}">
                <a16:creationId xmlns:a16="http://schemas.microsoft.com/office/drawing/2014/main" id="{A0256562-B510-5787-DD48-0906CF6E67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42541" y="1449680"/>
            <a:ext cx="4808706" cy="2678770"/>
          </a:xfrm>
          <a:prstGeom prst="rect">
            <a:avLst/>
          </a:prstGeom>
        </p:spPr>
      </p:pic>
      <p:pic>
        <p:nvPicPr>
          <p:cNvPr id="15" name="Picture 14">
            <a:extLst>
              <a:ext uri="{FF2B5EF4-FFF2-40B4-BE49-F238E27FC236}">
                <a16:creationId xmlns:a16="http://schemas.microsoft.com/office/drawing/2014/main" id="{B2543B51-2CA9-7475-CCC9-C5E52B125C9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90413" y="4505977"/>
            <a:ext cx="5252200" cy="2091978"/>
          </a:xfrm>
          <a:prstGeom prst="rect">
            <a:avLst/>
          </a:prstGeom>
        </p:spPr>
      </p:pic>
      <p:sp>
        <p:nvSpPr>
          <p:cNvPr id="2" name="Title 1">
            <a:extLst>
              <a:ext uri="{FF2B5EF4-FFF2-40B4-BE49-F238E27FC236}">
                <a16:creationId xmlns:a16="http://schemas.microsoft.com/office/drawing/2014/main" id="{2B9C8A0E-D074-5FF3-0A99-693F16560628}"/>
              </a:ext>
            </a:extLst>
          </p:cNvPr>
          <p:cNvSpPr txBox="1"/>
          <p:nvPr/>
        </p:nvSpPr>
        <p:spPr bwMode="auto">
          <a:xfrm>
            <a:off x="0" y="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Bef>
                <a:spcPts val="1000"/>
              </a:spcBef>
              <a:spcAft>
                <a:spcPts val="0"/>
              </a:spcAft>
              <a:buClr>
                <a:schemeClr val="accent3"/>
              </a:buClr>
              <a:defRPr/>
            </a:pPr>
            <a:r>
              <a:rPr lang="en-US" sz="3200" b="1" dirty="0">
                <a:solidFill>
                  <a:schemeClr val="bg1"/>
                </a:solidFill>
                <a:latin typeface="Times New Roman" panose="02020603050405020304" pitchFamily="18" charset="0"/>
                <a:cs typeface="Times New Roman" panose="02020603050405020304" pitchFamily="18" charset="0"/>
              </a:rPr>
              <a:t>Result &amp; Discussion (till date)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42D95-C92E-ED19-EF46-5054F2813759}"/>
            </a:ext>
          </a:extLst>
        </p:cNvPr>
        <p:cNvGrpSpPr/>
        <p:nvPr/>
      </p:nvGrpSpPr>
      <p:grpSpPr>
        <a:xfrm>
          <a:off x="0" y="0"/>
          <a:ext cx="0" cy="0"/>
          <a:chOff x="0" y="0"/>
          <a:chExt cx="0" cy="0"/>
        </a:xfrm>
      </p:grpSpPr>
      <p:sp>
        <p:nvSpPr>
          <p:cNvPr id="13313" name="Rectangle 7">
            <a:extLst>
              <a:ext uri="{FF2B5EF4-FFF2-40B4-BE49-F238E27FC236}">
                <a16:creationId xmlns:a16="http://schemas.microsoft.com/office/drawing/2014/main" id="{7EA3E899-09F9-AF58-2B4C-7EC29C069461}"/>
              </a:ext>
            </a:extLst>
          </p:cNvPr>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3314" name="Title 1">
            <a:extLst>
              <a:ext uri="{FF2B5EF4-FFF2-40B4-BE49-F238E27FC236}">
                <a16:creationId xmlns:a16="http://schemas.microsoft.com/office/drawing/2014/main" id="{15B29FB5-EEB0-C6BB-63BA-14752C168EF1}"/>
              </a:ext>
            </a:extLst>
          </p:cNvPr>
          <p:cNvSpPr txBox="1"/>
          <p:nvPr/>
        </p:nvSpPr>
        <p:spPr>
          <a:xfrm>
            <a:off x="452071" y="393460"/>
            <a:ext cx="7239000" cy="908050"/>
          </a:xfrm>
          <a:prstGeom prst="rect">
            <a:avLst/>
          </a:prstGeom>
          <a:noFill/>
          <a:ln w="9525">
            <a:noFill/>
          </a:ln>
        </p:spPr>
        <p:txBody>
          <a:bodyPr anchor="b" anchorCtr="0"/>
          <a:lstStyle/>
          <a:p>
            <a:pPr algn="ctr">
              <a:lnSpc>
                <a:spcPct val="90000"/>
              </a:lnSpc>
            </a:pPr>
            <a:endParaRPr lang="en-US" altLang="en-US" sz="3900" dirty="0">
              <a:solidFill>
                <a:srgbClr val="525252"/>
              </a:solidFill>
              <a:latin typeface="Times New Roman" panose="02020603050405020304" pitchFamily="18" charset="0"/>
              <a:ea typeface="Times New Roman" panose="02020603050405020304" pitchFamily="18" charset="0"/>
            </a:endParaRPr>
          </a:p>
        </p:txBody>
      </p:sp>
      <p:sp>
        <p:nvSpPr>
          <p:cNvPr id="9" name="Rectangle 8">
            <a:extLst>
              <a:ext uri="{FF2B5EF4-FFF2-40B4-BE49-F238E27FC236}">
                <a16:creationId xmlns:a16="http://schemas.microsoft.com/office/drawing/2014/main" id="{9DF968A9-5862-25D6-D4B6-64179A99BC79}"/>
              </a:ext>
            </a:extLst>
          </p:cNvPr>
          <p:cNvSpPr/>
          <p:nvPr/>
        </p:nvSpPr>
        <p:spPr>
          <a:xfrm>
            <a:off x="-2241469" y="723640"/>
            <a:ext cx="8207375" cy="400110"/>
          </a:xfrm>
          <a:prstGeom prst="rect">
            <a:avLst/>
          </a:prstGeom>
        </p:spPr>
        <p:txBody>
          <a:bodyPr>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en-US" sz="2000" b="1" i="1" u="none" strike="noStrike" kern="1200" cap="none" spc="0" normalizeH="0" baseline="0" noProof="0" dirty="0">
                <a:ln w="3175"/>
                <a:solidFill>
                  <a:schemeClr val="tx1">
                    <a:lumMod val="85000"/>
                    <a:lumOff val="15000"/>
                  </a:schemeClr>
                </a:solidFill>
                <a:effectLst>
                  <a:outerShdw blurRad="50800" dist="39000" dir="5460000" algn="tl">
                    <a:srgbClr val="000000">
                      <a:alpha val="38000"/>
                    </a:srgbClr>
                  </a:outerShdw>
                </a:effectLst>
                <a:uLnTx/>
                <a:uFillTx/>
                <a:latin typeface="Bodoni MT" panose="02070603080606020203" pitchFamily="18" charset="0"/>
                <a:ea typeface="+mn-ea"/>
                <a:cs typeface="+mn-cs"/>
              </a:rPr>
              <a:t>LOGIN  &amp; INTERFACE</a:t>
            </a:r>
            <a:endParaRPr kumimoji="0" lang="en-IN" sz="2000" b="1" i="1" u="none" strike="noStrike" kern="1200" cap="none" spc="0" normalizeH="0" baseline="0" noProof="0" dirty="0">
              <a:ln w="3175"/>
              <a:solidFill>
                <a:schemeClr val="tx1">
                  <a:lumMod val="85000"/>
                  <a:lumOff val="15000"/>
                </a:schemeClr>
              </a:solidFill>
              <a:effectLst>
                <a:outerShdw blurRad="50800" dist="39000" dir="5460000" algn="tl">
                  <a:srgbClr val="000000">
                    <a:alpha val="38000"/>
                  </a:srgbClr>
                </a:outerShdw>
              </a:effectLst>
              <a:uLnTx/>
              <a:uFillTx/>
              <a:latin typeface="Bodoni MT" panose="02070603080606020203" pitchFamily="18" charset="0"/>
              <a:ea typeface="+mn-ea"/>
              <a:cs typeface="+mn-cs"/>
            </a:endParaRPr>
          </a:p>
        </p:txBody>
      </p:sp>
      <p:pic>
        <p:nvPicPr>
          <p:cNvPr id="6" name="Picture 5">
            <a:extLst>
              <a:ext uri="{FF2B5EF4-FFF2-40B4-BE49-F238E27FC236}">
                <a16:creationId xmlns:a16="http://schemas.microsoft.com/office/drawing/2014/main" id="{A50081F2-2C5E-C38D-12CE-BF421000219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
        <p:nvSpPr>
          <p:cNvPr id="7" name="Text Box 2">
            <a:extLst>
              <a:ext uri="{FF2B5EF4-FFF2-40B4-BE49-F238E27FC236}">
                <a16:creationId xmlns:a16="http://schemas.microsoft.com/office/drawing/2014/main" id="{6EB405C6-1AD4-17E4-528F-E85BACB4571B}"/>
              </a:ext>
            </a:extLst>
          </p:cNvPr>
          <p:cNvSpPr txBox="1">
            <a:spLocks noChangeArrowheads="1"/>
          </p:cNvSpPr>
          <p:nvPr/>
        </p:nvSpPr>
        <p:spPr bwMode="auto">
          <a:xfrm>
            <a:off x="2045335" y="6261102"/>
            <a:ext cx="4907280" cy="281305"/>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6978CBF-71C2-8E63-1FB2-5F456AFD23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27767" y="3875244"/>
            <a:ext cx="4181208" cy="2464834"/>
          </a:xfrm>
          <a:prstGeom prst="rect">
            <a:avLst/>
          </a:prstGeom>
        </p:spPr>
      </p:pic>
      <p:pic>
        <p:nvPicPr>
          <p:cNvPr id="12" name="Picture 11">
            <a:extLst>
              <a:ext uri="{FF2B5EF4-FFF2-40B4-BE49-F238E27FC236}">
                <a16:creationId xmlns:a16="http://schemas.microsoft.com/office/drawing/2014/main" id="{64531AFE-38DB-CAF0-F309-2A14AECE110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8267" y="1500760"/>
            <a:ext cx="3863304" cy="2212800"/>
          </a:xfrm>
          <a:prstGeom prst="rect">
            <a:avLst/>
          </a:prstGeom>
        </p:spPr>
      </p:pic>
      <p:pic>
        <p:nvPicPr>
          <p:cNvPr id="14" name="Picture 13">
            <a:extLst>
              <a:ext uri="{FF2B5EF4-FFF2-40B4-BE49-F238E27FC236}">
                <a16:creationId xmlns:a16="http://schemas.microsoft.com/office/drawing/2014/main" id="{A394844E-4B5B-F161-450C-F2FA4EA7D20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60241" y="1047843"/>
            <a:ext cx="3030855" cy="2381157"/>
          </a:xfrm>
          <a:prstGeom prst="rect">
            <a:avLst/>
          </a:prstGeom>
        </p:spPr>
      </p:pic>
      <p:sp>
        <p:nvSpPr>
          <p:cNvPr id="2" name="Title 1">
            <a:extLst>
              <a:ext uri="{FF2B5EF4-FFF2-40B4-BE49-F238E27FC236}">
                <a16:creationId xmlns:a16="http://schemas.microsoft.com/office/drawing/2014/main" id="{CFF66E93-063E-0AD2-1E09-F6BBE73DAE05}"/>
              </a:ext>
            </a:extLst>
          </p:cNvPr>
          <p:cNvSpPr txBox="1"/>
          <p:nvPr/>
        </p:nvSpPr>
        <p:spPr bwMode="auto">
          <a:xfrm>
            <a:off x="0" y="-15748"/>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Bef>
                <a:spcPts val="1000"/>
              </a:spcBef>
              <a:spcAft>
                <a:spcPts val="0"/>
              </a:spcAft>
              <a:buClr>
                <a:schemeClr val="accent3"/>
              </a:buClr>
              <a:defRPr/>
            </a:pPr>
            <a:r>
              <a:rPr lang="en-US" sz="3200" b="1" dirty="0">
                <a:solidFill>
                  <a:schemeClr val="bg1"/>
                </a:solidFill>
                <a:latin typeface="Times New Roman" panose="02020603050405020304" pitchFamily="18" charset="0"/>
                <a:cs typeface="Times New Roman" panose="02020603050405020304" pitchFamily="18" charset="0"/>
              </a:rPr>
              <a:t>Result &amp; Discussion (till date)</a:t>
            </a:r>
          </a:p>
        </p:txBody>
      </p:sp>
    </p:spTree>
    <p:extLst>
      <p:ext uri="{BB962C8B-B14F-4D97-AF65-F5344CB8AC3E}">
        <p14:creationId xmlns:p14="http://schemas.microsoft.com/office/powerpoint/2010/main" val="2788305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F4DAB-1BA5-C783-71C2-F35CEECD834B}"/>
            </a:ext>
          </a:extLst>
        </p:cNvPr>
        <p:cNvGrpSpPr/>
        <p:nvPr/>
      </p:nvGrpSpPr>
      <p:grpSpPr>
        <a:xfrm>
          <a:off x="0" y="0"/>
          <a:ext cx="0" cy="0"/>
          <a:chOff x="0" y="0"/>
          <a:chExt cx="0" cy="0"/>
        </a:xfrm>
      </p:grpSpPr>
      <p:sp>
        <p:nvSpPr>
          <p:cNvPr id="13313" name="Rectangle 7">
            <a:extLst>
              <a:ext uri="{FF2B5EF4-FFF2-40B4-BE49-F238E27FC236}">
                <a16:creationId xmlns:a16="http://schemas.microsoft.com/office/drawing/2014/main" id="{0B0A322B-7A63-B0E0-209F-2E998AF3FB0E}"/>
              </a:ext>
            </a:extLst>
          </p:cNvPr>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3314" name="Title 1">
            <a:extLst>
              <a:ext uri="{FF2B5EF4-FFF2-40B4-BE49-F238E27FC236}">
                <a16:creationId xmlns:a16="http://schemas.microsoft.com/office/drawing/2014/main" id="{E8281432-D459-84EB-4FA7-8C512A9B884E}"/>
              </a:ext>
            </a:extLst>
          </p:cNvPr>
          <p:cNvSpPr txBox="1"/>
          <p:nvPr/>
        </p:nvSpPr>
        <p:spPr>
          <a:xfrm>
            <a:off x="2251074" y="1589576"/>
            <a:ext cx="7239000" cy="908050"/>
          </a:xfrm>
          <a:prstGeom prst="rect">
            <a:avLst/>
          </a:prstGeom>
          <a:noFill/>
          <a:ln w="9525">
            <a:noFill/>
          </a:ln>
        </p:spPr>
        <p:txBody>
          <a:bodyPr anchor="b" anchorCtr="0"/>
          <a:lstStyle/>
          <a:p>
            <a:pPr algn="ctr">
              <a:lnSpc>
                <a:spcPct val="90000"/>
              </a:lnSpc>
            </a:pPr>
            <a:endParaRPr lang="en-US" altLang="en-US" sz="3900" dirty="0">
              <a:solidFill>
                <a:srgbClr val="525252"/>
              </a:solidFill>
              <a:latin typeface="Times New Roman" panose="02020603050405020304" pitchFamily="18" charset="0"/>
              <a:ea typeface="Times New Roman" panose="02020603050405020304" pitchFamily="18" charset="0"/>
            </a:endParaRPr>
          </a:p>
        </p:txBody>
      </p:sp>
      <p:pic>
        <p:nvPicPr>
          <p:cNvPr id="6" name="Picture 5">
            <a:extLst>
              <a:ext uri="{FF2B5EF4-FFF2-40B4-BE49-F238E27FC236}">
                <a16:creationId xmlns:a16="http://schemas.microsoft.com/office/drawing/2014/main" id="{1846EEBC-191B-9C89-19D0-4746284A572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
        <p:nvSpPr>
          <p:cNvPr id="7" name="Text Box 2">
            <a:extLst>
              <a:ext uri="{FF2B5EF4-FFF2-40B4-BE49-F238E27FC236}">
                <a16:creationId xmlns:a16="http://schemas.microsoft.com/office/drawing/2014/main" id="{D615AA7C-CF27-DE62-9FA9-D3890976C3BA}"/>
              </a:ext>
            </a:extLst>
          </p:cNvPr>
          <p:cNvSpPr txBox="1">
            <a:spLocks noChangeArrowheads="1"/>
          </p:cNvSpPr>
          <p:nvPr/>
        </p:nvSpPr>
        <p:spPr bwMode="auto">
          <a:xfrm>
            <a:off x="2045335" y="6261102"/>
            <a:ext cx="4907280" cy="281305"/>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3" name="TextBox 2">
            <a:extLst>
              <a:ext uri="{FF2B5EF4-FFF2-40B4-BE49-F238E27FC236}">
                <a16:creationId xmlns:a16="http://schemas.microsoft.com/office/drawing/2014/main" id="{35A729BE-F052-4FE4-48AB-267F535C00D7}"/>
              </a:ext>
            </a:extLst>
          </p:cNvPr>
          <p:cNvSpPr txBox="1"/>
          <p:nvPr/>
        </p:nvSpPr>
        <p:spPr>
          <a:xfrm>
            <a:off x="85407" y="1281976"/>
            <a:ext cx="10999688" cy="707886"/>
          </a:xfrm>
          <a:prstGeom prst="rect">
            <a:avLst/>
          </a:prstGeom>
          <a:noFill/>
        </p:spPr>
        <p:txBody>
          <a:bodyPr wrap="square">
            <a:spAutoFit/>
          </a:bodyPr>
          <a:lstStyle/>
          <a:p>
            <a:r>
              <a:rPr lang="en-US" sz="2000" b="1" dirty="0"/>
              <a:t>Performance Tracking</a:t>
            </a:r>
            <a:r>
              <a:rPr lang="en-US" sz="2000" dirty="0"/>
              <a:t>: Tracks departmental progress against predefined goals or KPIs</a:t>
            </a:r>
          </a:p>
          <a:p>
            <a:endParaRPr lang="en-US" sz="2000" dirty="0"/>
          </a:p>
        </p:txBody>
      </p:sp>
      <p:sp>
        <p:nvSpPr>
          <p:cNvPr id="5" name="TextBox 4">
            <a:extLst>
              <a:ext uri="{FF2B5EF4-FFF2-40B4-BE49-F238E27FC236}">
                <a16:creationId xmlns:a16="http://schemas.microsoft.com/office/drawing/2014/main" id="{4429CBB1-E925-C4AA-4B6F-65DBFC5B49D7}"/>
              </a:ext>
            </a:extLst>
          </p:cNvPr>
          <p:cNvSpPr txBox="1"/>
          <p:nvPr/>
        </p:nvSpPr>
        <p:spPr>
          <a:xfrm>
            <a:off x="299452" y="5603359"/>
            <a:ext cx="10058400" cy="369332"/>
          </a:xfrm>
          <a:prstGeom prst="rect">
            <a:avLst/>
          </a:prstGeom>
          <a:noFill/>
        </p:spPr>
        <p:txBody>
          <a:bodyPr wrap="square">
            <a:spAutoFit/>
          </a:bodyPr>
          <a:lstStyle/>
          <a:p>
            <a:pPr lvl="0" eaLnBrk="0" hangingPunct="0"/>
            <a:r>
              <a:rPr lang="en-US" altLang="en-US" sz="1800" b="1" dirty="0"/>
              <a:t>Automated Reports</a:t>
            </a:r>
            <a:r>
              <a:rPr lang="en-US" altLang="en-US" sz="1800" dirty="0"/>
              <a:t>: Generates timely reports for audits, reviews, and strategic planning.</a:t>
            </a:r>
          </a:p>
        </p:txBody>
      </p:sp>
      <p:pic>
        <p:nvPicPr>
          <p:cNvPr id="12" name="Picture 11">
            <a:extLst>
              <a:ext uri="{FF2B5EF4-FFF2-40B4-BE49-F238E27FC236}">
                <a16:creationId xmlns:a16="http://schemas.microsoft.com/office/drawing/2014/main" id="{9CEFB203-B027-37BC-A568-3294AF1EA3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504" y="2377281"/>
            <a:ext cx="6743700" cy="2686050"/>
          </a:xfrm>
          <a:prstGeom prst="rect">
            <a:avLst/>
          </a:prstGeom>
        </p:spPr>
      </p:pic>
      <p:sp>
        <p:nvSpPr>
          <p:cNvPr id="2" name="Title 1">
            <a:extLst>
              <a:ext uri="{FF2B5EF4-FFF2-40B4-BE49-F238E27FC236}">
                <a16:creationId xmlns:a16="http://schemas.microsoft.com/office/drawing/2014/main" id="{65963F25-328B-F4A8-BAB4-2F16886AFA98}"/>
              </a:ext>
            </a:extLst>
          </p:cNvPr>
          <p:cNvSpPr txBox="1"/>
          <p:nvPr/>
        </p:nvSpPr>
        <p:spPr bwMode="auto">
          <a:xfrm>
            <a:off x="0" y="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Bef>
                <a:spcPts val="1000"/>
              </a:spcBef>
              <a:spcAft>
                <a:spcPts val="0"/>
              </a:spcAft>
              <a:buClr>
                <a:schemeClr val="accent3"/>
              </a:buClr>
              <a:defRPr/>
            </a:pPr>
            <a:r>
              <a:rPr lang="en-US" sz="3200" b="1" dirty="0">
                <a:solidFill>
                  <a:schemeClr val="bg1"/>
                </a:solidFill>
                <a:latin typeface="Times New Roman" panose="02020603050405020304" pitchFamily="18" charset="0"/>
                <a:cs typeface="Times New Roman" panose="02020603050405020304" pitchFamily="18" charset="0"/>
              </a:rPr>
              <a:t>Result &amp; Discussion (till date)</a:t>
            </a:r>
          </a:p>
        </p:txBody>
      </p:sp>
    </p:spTree>
    <p:extLst>
      <p:ext uri="{BB962C8B-B14F-4D97-AF65-F5344CB8AC3E}">
        <p14:creationId xmlns:p14="http://schemas.microsoft.com/office/powerpoint/2010/main" val="2567817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1266" name="Title 1"/>
          <p:cNvSpPr txBox="1"/>
          <p:nvPr/>
        </p:nvSpPr>
        <p:spPr>
          <a:xfrm>
            <a:off x="2293938" y="2054225"/>
            <a:ext cx="7239000" cy="908050"/>
          </a:xfrm>
          <a:prstGeom prst="rect">
            <a:avLst/>
          </a:prstGeom>
          <a:noFill/>
          <a:ln w="9525">
            <a:noFill/>
          </a:ln>
        </p:spPr>
        <p:txBody>
          <a:bodyPr anchor="b" anchorCtr="0"/>
          <a:lstStyle/>
          <a:p>
            <a:pPr algn="ctr">
              <a:lnSpc>
                <a:spcPct val="90000"/>
              </a:lnSpc>
            </a:pPr>
            <a:endParaRPr lang="en-US" altLang="en-US" sz="3900" dirty="0">
              <a:solidFill>
                <a:srgbClr val="525252"/>
              </a:solidFill>
              <a:latin typeface="Times New Roman" panose="02020603050405020304" pitchFamily="18" charset="0"/>
              <a:ea typeface="Times New Roman" panose="02020603050405020304" pitchFamily="18" charset="0"/>
            </a:endParaRPr>
          </a:p>
        </p:txBody>
      </p:sp>
      <p:graphicFrame>
        <p:nvGraphicFramePr>
          <p:cNvPr id="10244" name="Table 10243"/>
          <p:cNvGraphicFramePr/>
          <p:nvPr>
            <p:extLst>
              <p:ext uri="{D42A27DB-BD31-4B8C-83A1-F6EECF244321}">
                <p14:modId xmlns:p14="http://schemas.microsoft.com/office/powerpoint/2010/main" val="446775383"/>
              </p:ext>
            </p:extLst>
          </p:nvPr>
        </p:nvGraphicFramePr>
        <p:xfrm>
          <a:off x="1" y="1107539"/>
          <a:ext cx="12191999" cy="4352265"/>
        </p:xfrm>
        <a:graphic>
          <a:graphicData uri="http://schemas.openxmlformats.org/drawingml/2006/table">
            <a:tbl>
              <a:tblPr>
                <a:tableStyleId>{C4B1156A-380E-4F78-BDF5-A606A8083BF9}</a:tableStyleId>
              </a:tblPr>
              <a:tblGrid>
                <a:gridCol w="4921687">
                  <a:extLst>
                    <a:ext uri="{9D8B030D-6E8A-4147-A177-3AD203B41FA5}">
                      <a16:colId xmlns:a16="http://schemas.microsoft.com/office/drawing/2014/main" val="20000"/>
                    </a:ext>
                  </a:extLst>
                </a:gridCol>
                <a:gridCol w="1416850">
                  <a:extLst>
                    <a:ext uri="{9D8B030D-6E8A-4147-A177-3AD203B41FA5}">
                      <a16:colId xmlns:a16="http://schemas.microsoft.com/office/drawing/2014/main" val="20001"/>
                    </a:ext>
                  </a:extLst>
                </a:gridCol>
                <a:gridCol w="1555132">
                  <a:extLst>
                    <a:ext uri="{9D8B030D-6E8A-4147-A177-3AD203B41FA5}">
                      <a16:colId xmlns:a16="http://schemas.microsoft.com/office/drawing/2014/main" val="20002"/>
                    </a:ext>
                  </a:extLst>
                </a:gridCol>
                <a:gridCol w="1495764">
                  <a:extLst>
                    <a:ext uri="{9D8B030D-6E8A-4147-A177-3AD203B41FA5}">
                      <a16:colId xmlns:a16="http://schemas.microsoft.com/office/drawing/2014/main" val="20003"/>
                    </a:ext>
                  </a:extLst>
                </a:gridCol>
                <a:gridCol w="1470424">
                  <a:extLst>
                    <a:ext uri="{9D8B030D-6E8A-4147-A177-3AD203B41FA5}">
                      <a16:colId xmlns:a16="http://schemas.microsoft.com/office/drawing/2014/main" val="20004"/>
                    </a:ext>
                  </a:extLst>
                </a:gridCol>
                <a:gridCol w="1332142">
                  <a:extLst>
                    <a:ext uri="{9D8B030D-6E8A-4147-A177-3AD203B41FA5}">
                      <a16:colId xmlns:a16="http://schemas.microsoft.com/office/drawing/2014/main" val="20005"/>
                    </a:ext>
                  </a:extLst>
                </a:gridCol>
              </a:tblGrid>
              <a:tr h="50355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sz="1600" b="1" dirty="0"/>
                        <a:t> Months  Activities</a:t>
                      </a:r>
                      <a:endParaRPr lang="en-US" sz="1600" b="1" dirty="0">
                        <a:latin typeface="Times New Roman" panose="02020603050405020304" pitchFamily="18" charset="0"/>
                        <a:ea typeface="Times New Roman" panose="02020603050405020304" pitchFamily="18" charset="0"/>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lang="en-US" sz="1600" b="1" dirty="0"/>
                        <a:t>JUN</a:t>
                      </a:r>
                      <a:r>
                        <a:rPr sz="1600" b="1" dirty="0"/>
                        <a:t>’</a:t>
                      </a:r>
                      <a:r>
                        <a:rPr lang="en-US" sz="1600" b="1" dirty="0"/>
                        <a:t>25</a:t>
                      </a:r>
                      <a:endParaRPr lang="en-US" sz="1600" b="1"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lang="en-IN" sz="1600" b="1" dirty="0"/>
                        <a:t>JULY</a:t>
                      </a:r>
                      <a:r>
                        <a:rPr sz="1600" b="1" dirty="0"/>
                        <a:t>’</a:t>
                      </a:r>
                      <a:r>
                        <a:rPr lang="en-US" sz="1600" b="1" dirty="0"/>
                        <a:t>25</a:t>
                      </a:r>
                      <a:endParaRPr lang="en-US" sz="1600" b="1"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lang="en-US" sz="1600" b="1" dirty="0"/>
                        <a:t>AUG</a:t>
                      </a:r>
                      <a:r>
                        <a:rPr sz="1600" b="1" dirty="0"/>
                        <a:t>’</a:t>
                      </a:r>
                      <a:r>
                        <a:rPr lang="en-US" sz="1600" b="1" dirty="0"/>
                        <a:t>25</a:t>
                      </a:r>
                      <a:endParaRPr lang="en-US" sz="1600" b="1"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lang="en-US" sz="1600" b="1" dirty="0"/>
                        <a:t>SEPT</a:t>
                      </a:r>
                      <a:r>
                        <a:rPr sz="1600" b="1" dirty="0"/>
                        <a:t>’</a:t>
                      </a:r>
                      <a:r>
                        <a:rPr lang="en-US" sz="1600" b="1" dirty="0"/>
                        <a:t>25</a:t>
                      </a:r>
                      <a:endParaRPr lang="en-US" sz="1600" b="1"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lang="en-US" sz="1600" b="1" dirty="0"/>
                        <a:t>OCT</a:t>
                      </a:r>
                      <a:r>
                        <a:rPr sz="1600" b="1" dirty="0"/>
                        <a:t>’</a:t>
                      </a:r>
                      <a:r>
                        <a:rPr lang="en-US" sz="1600" b="1" dirty="0"/>
                        <a:t>25</a:t>
                      </a:r>
                      <a:endParaRPr lang="en-US" sz="1600" b="1"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7" marR="68587" marT="0" marB="0" anchor="ctr"/>
                </a:tc>
                <a:extLst>
                  <a:ext uri="{0D108BD9-81ED-4DB2-BD59-A6C34878D82A}">
                    <a16:rowId xmlns:a16="http://schemas.microsoft.com/office/drawing/2014/main" val="10000"/>
                  </a:ext>
                </a:extLst>
              </a:tr>
              <a:tr h="53308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r>
                        <a:rPr sz="1600" b="1" dirty="0"/>
                        <a:t>Literature Reviews</a:t>
                      </a:r>
                      <a:endParaRPr lang="en-US" sz="1600" b="1" dirty="0">
                        <a:latin typeface="Times New Roman" panose="02020603050405020304" pitchFamily="18" charset="0"/>
                        <a:ea typeface="Times New Roman" panose="02020603050405020304" pitchFamily="18" charset="0"/>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sz="2800" b="1" kern="1200" dirty="0">
                          <a:solidFill>
                            <a:schemeClr val="dk1"/>
                          </a:solidFill>
                          <a:latin typeface="+mn-lt"/>
                          <a:ea typeface="+mn-ea"/>
                          <a:cs typeface="+mn-cs"/>
                        </a:rPr>
                        <a:t>√</a:t>
                      </a: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sz="2800" b="1" kern="1200" dirty="0">
                          <a:solidFill>
                            <a:schemeClr val="dk1"/>
                          </a:solidFill>
                          <a:latin typeface="+mn-lt"/>
                          <a:ea typeface="+mn-ea"/>
                          <a:cs typeface="+mn-cs"/>
                        </a:rPr>
                        <a:t>√</a:t>
                      </a: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tc>
                <a:extLst>
                  <a:ext uri="{0D108BD9-81ED-4DB2-BD59-A6C34878D82A}">
                    <a16:rowId xmlns:a16="http://schemas.microsoft.com/office/drawing/2014/main" val="10001"/>
                  </a:ext>
                </a:extLst>
              </a:tr>
              <a:tr h="573116">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r>
                        <a:rPr sz="1600" b="1" dirty="0"/>
                        <a:t>Component Identification &amp; Selection</a:t>
                      </a:r>
                      <a:r>
                        <a:rPr lang="en-IN" sz="1600" b="1" dirty="0"/>
                        <a:t>/</a:t>
                      </a:r>
                      <a:r>
                        <a:rPr lang="en-IN" sz="1600" b="1" baseline="0" dirty="0"/>
                        <a:t> Study</a:t>
                      </a:r>
                      <a:endParaRPr lang="en-US" sz="1600" b="1" dirty="0">
                        <a:latin typeface="Times New Roman" panose="02020603050405020304" pitchFamily="18" charset="0"/>
                        <a:ea typeface="Times New Roman" panose="02020603050405020304" pitchFamily="18" charset="0"/>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IN"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sz="2800" b="1" kern="1200" dirty="0">
                          <a:solidFill>
                            <a:schemeClr val="dk1"/>
                          </a:solidFill>
                          <a:latin typeface="+mn-lt"/>
                          <a:ea typeface="+mn-ea"/>
                          <a:cs typeface="+mn-cs"/>
                        </a:rPr>
                        <a:t>√</a:t>
                      </a: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tc>
                <a:extLst>
                  <a:ext uri="{0D108BD9-81ED-4DB2-BD59-A6C34878D82A}">
                    <a16:rowId xmlns:a16="http://schemas.microsoft.com/office/drawing/2014/main" val="10002"/>
                  </a:ext>
                </a:extLst>
              </a:tr>
              <a:tr h="54695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r>
                        <a:rPr sz="1600" b="1" dirty="0"/>
                        <a:t>Designing</a:t>
                      </a:r>
                      <a:r>
                        <a:rPr lang="en-IN" sz="1600" b="1" dirty="0"/>
                        <a:t>/Problem analysis (if any)</a:t>
                      </a:r>
                      <a:endParaRPr lang="en-US" sz="1600" b="1" dirty="0">
                        <a:latin typeface="Times New Roman" panose="02020603050405020304" pitchFamily="18" charset="0"/>
                        <a:ea typeface="Times New Roman" panose="02020603050405020304" pitchFamily="18" charset="0"/>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sz="2800" b="1" kern="1200" dirty="0">
                          <a:solidFill>
                            <a:schemeClr val="dk1"/>
                          </a:solidFill>
                          <a:latin typeface="+mn-lt"/>
                          <a:ea typeface="+mn-ea"/>
                          <a:cs typeface="+mn-cs"/>
                        </a:rPr>
                        <a:t>√</a:t>
                      </a: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sz="2800" b="1" kern="1200" dirty="0">
                          <a:solidFill>
                            <a:schemeClr val="dk1"/>
                          </a:solidFill>
                          <a:latin typeface="+mn-lt"/>
                          <a:ea typeface="+mn-ea"/>
                          <a:cs typeface="+mn-cs"/>
                        </a:rPr>
                        <a:t>√</a:t>
                      </a: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tc>
                <a:extLst>
                  <a:ext uri="{0D108BD9-81ED-4DB2-BD59-A6C34878D82A}">
                    <a16:rowId xmlns:a16="http://schemas.microsoft.com/office/drawing/2014/main" val="10003"/>
                  </a:ext>
                </a:extLst>
              </a:tr>
              <a:tr h="54933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l" defTabSz="914400" rtl="0" eaLnBrk="1" fontAlgn="base" latinLnBrk="0" hangingPunct="1">
                        <a:lnSpc>
                          <a:spcPct val="115000"/>
                        </a:lnSpc>
                        <a:spcBef>
                          <a:spcPct val="0"/>
                        </a:spcBef>
                        <a:spcAft>
                          <a:spcPct val="0"/>
                        </a:spcAft>
                        <a:buClrTx/>
                        <a:buSzTx/>
                        <a:buFontTx/>
                        <a:buNone/>
                        <a:tabLst/>
                        <a:defRPr/>
                      </a:pPr>
                      <a:r>
                        <a:rPr lang="en-IN" sz="1600" b="1" dirty="0"/>
                        <a:t>Experimental Analysis (if any)</a:t>
                      </a:r>
                      <a:endParaRPr lang="en-IN" sz="1600" b="1" dirty="0">
                        <a:latin typeface="Times New Roman" panose="02020603050405020304" pitchFamily="18" charset="0"/>
                        <a:ea typeface="Times New Roman" panose="02020603050405020304" pitchFamily="18" charset="0"/>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IN" sz="2800" b="1" kern="1200" dirty="0">
                          <a:solidFill>
                            <a:schemeClr val="dk1"/>
                          </a:solidFill>
                          <a:latin typeface="+mn-lt"/>
                          <a:ea typeface="+mn-ea"/>
                          <a:cs typeface="+mn-cs"/>
                        </a:rPr>
                        <a:t>√</a:t>
                      </a: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IN" sz="2800" b="1" kern="1200" dirty="0">
                          <a:solidFill>
                            <a:schemeClr val="dk1"/>
                          </a:solidFill>
                          <a:latin typeface="+mn-lt"/>
                          <a:ea typeface="+mn-ea"/>
                          <a:cs typeface="+mn-cs"/>
                        </a:rPr>
                        <a:t>√</a:t>
                      </a: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IN" sz="2800" b="1" kern="1200" dirty="0">
                          <a:solidFill>
                            <a:schemeClr val="dk1"/>
                          </a:solidFill>
                          <a:latin typeface="+mn-lt"/>
                          <a:ea typeface="+mn-ea"/>
                          <a:cs typeface="+mn-cs"/>
                        </a:rPr>
                        <a:t>√</a:t>
                      </a: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tc>
                <a:extLst>
                  <a:ext uri="{0D108BD9-81ED-4DB2-BD59-A6C34878D82A}">
                    <a16:rowId xmlns:a16="http://schemas.microsoft.com/office/drawing/2014/main" val="10005"/>
                  </a:ext>
                </a:extLst>
              </a:tr>
              <a:tr h="54874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r>
                        <a:rPr sz="1600" b="1" dirty="0"/>
                        <a:t>Testing and Debugging</a:t>
                      </a:r>
                      <a:endParaRPr lang="en-US" sz="1600" b="1" dirty="0">
                        <a:latin typeface="Times New Roman" panose="02020603050405020304" pitchFamily="18" charset="0"/>
                        <a:ea typeface="Times New Roman" panose="02020603050405020304" pitchFamily="18" charset="0"/>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IN" sz="2800" b="1" kern="1200" dirty="0">
                          <a:solidFill>
                            <a:schemeClr val="dk1"/>
                          </a:solidFill>
                          <a:latin typeface="+mn-lt"/>
                          <a:ea typeface="+mn-ea"/>
                          <a:cs typeface="+mn-cs"/>
                        </a:rPr>
                        <a:t>√</a:t>
                      </a: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IN" sz="2800" b="1" kern="1200" dirty="0">
                          <a:solidFill>
                            <a:schemeClr val="dk1"/>
                          </a:solidFill>
                          <a:latin typeface="+mn-lt"/>
                          <a:ea typeface="+mn-ea"/>
                          <a:cs typeface="+mn-cs"/>
                        </a:rPr>
                        <a:t>√</a:t>
                      </a: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IN" sz="2800" b="1" kern="1200" dirty="0">
                          <a:solidFill>
                            <a:schemeClr val="dk1"/>
                          </a:solidFill>
                          <a:latin typeface="+mn-lt"/>
                          <a:ea typeface="+mn-ea"/>
                          <a:cs typeface="+mn-cs"/>
                        </a:rPr>
                        <a:t>√</a:t>
                      </a: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tc>
                <a:extLst>
                  <a:ext uri="{0D108BD9-81ED-4DB2-BD59-A6C34878D82A}">
                    <a16:rowId xmlns:a16="http://schemas.microsoft.com/office/drawing/2014/main" val="10006"/>
                  </a:ext>
                </a:extLst>
              </a:tr>
              <a:tr h="54874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r>
                        <a:rPr sz="1600" b="1" dirty="0"/>
                        <a:t>Preparation of Project Report</a:t>
                      </a:r>
                      <a:endParaRPr lang="en-US" sz="1600" b="1" dirty="0">
                        <a:latin typeface="Times New Roman" panose="02020603050405020304" pitchFamily="18" charset="0"/>
                        <a:ea typeface="Times New Roman" panose="02020603050405020304" pitchFamily="18" charset="0"/>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IN"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IN" sz="2800" b="1" kern="1200" dirty="0">
                          <a:solidFill>
                            <a:schemeClr val="dk1"/>
                          </a:solidFill>
                          <a:latin typeface="+mn-lt"/>
                          <a:ea typeface="+mn-ea"/>
                          <a:cs typeface="+mn-cs"/>
                        </a:rPr>
                        <a:t>√</a:t>
                      </a: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IN" sz="2800" b="1" kern="1200" dirty="0">
                          <a:solidFill>
                            <a:schemeClr val="dk1"/>
                          </a:solidFill>
                          <a:latin typeface="+mn-lt"/>
                          <a:ea typeface="+mn-ea"/>
                          <a:cs typeface="+mn-cs"/>
                        </a:rPr>
                        <a:t>√</a:t>
                      </a: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IN" sz="2800" b="1" dirty="0">
                        <a:latin typeface="Times New Roman" panose="02020603050405020304" pitchFamily="18" charset="0"/>
                        <a:ea typeface="Times New Roman" panose="02020603050405020304" pitchFamily="18" charset="0"/>
                      </a:endParaRPr>
                    </a:p>
                  </a:txBody>
                  <a:tcPr marL="68587" marR="68587" marT="0" marB="0" anchor="ctr"/>
                </a:tc>
                <a:extLst>
                  <a:ext uri="{0D108BD9-81ED-4DB2-BD59-A6C34878D82A}">
                    <a16:rowId xmlns:a16="http://schemas.microsoft.com/office/drawing/2014/main" val="10007"/>
                  </a:ext>
                </a:extLst>
              </a:tr>
              <a:tr h="548740">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600" b="1" i="0" u="none" kern="1200" baseline="0" dirty="0">
                          <a:solidFill>
                            <a:schemeClr val="tx1"/>
                          </a:solidFill>
                          <a:latin typeface="Arial" panose="020B0604020202020204" pitchFamily="34" charset="0"/>
                          <a:ea typeface="+mn-ea"/>
                          <a:cs typeface="+mn-cs"/>
                        </a:rPr>
                        <a:t>Project Report/Poster Submission </a:t>
                      </a:r>
                    </a:p>
                  </a:txBody>
                  <a:tcPr marL="68587" marR="68587" marT="0" marB="0" anchor="ctr"/>
                </a:tc>
                <a:tc>
                  <a:txBody>
                    <a:body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tc>
                <a:tc>
                  <a:txBody>
                    <a:body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tc>
                <a:tc>
                  <a:txBody>
                    <a:body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tc>
                <a:tc>
                  <a:txBody>
                    <a:body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tc>
                <a:tc>
                  <a:txBody>
                    <a:body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IN" sz="2800" b="1" dirty="0"/>
                        <a:t>√</a:t>
                      </a:r>
                      <a:endParaRPr lang="en-IN" sz="2800" b="1" dirty="0">
                        <a:latin typeface="Times New Roman" panose="02020603050405020304" pitchFamily="18" charset="0"/>
                        <a:ea typeface="Times New Roman" panose="02020603050405020304" pitchFamily="18" charset="0"/>
                      </a:endParaRPr>
                    </a:p>
                  </a:txBody>
                  <a:tcPr marL="68587" marR="68587" marT="0" marB="0" anchor="ctr"/>
                </a:tc>
                <a:extLst>
                  <a:ext uri="{0D108BD9-81ED-4DB2-BD59-A6C34878D82A}">
                    <a16:rowId xmlns:a16="http://schemas.microsoft.com/office/drawing/2014/main" val="10008"/>
                  </a:ext>
                </a:extLst>
              </a:tr>
            </a:tbl>
          </a:graphicData>
        </a:graphic>
      </p:graphicFrame>
      <p:sp>
        <p:nvSpPr>
          <p:cNvPr id="14" name="Title 1"/>
          <p:cNvSpPr txBox="1"/>
          <p:nvPr/>
        </p:nvSpPr>
        <p:spPr bwMode="auto">
          <a:xfrm>
            <a:off x="0" y="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bg1"/>
                </a:solidFill>
                <a:effectLst/>
                <a:uLnTx/>
                <a:uFillTx/>
                <a:latin typeface="Times New Roman" panose="02020603050405020304" pitchFamily="18" charset="0"/>
                <a:ea typeface="+mj-ea"/>
                <a:cs typeface="Times New Roman" panose="02020603050405020304" pitchFamily="18" charset="0"/>
              </a:rPr>
              <a:t>Work – Plan </a:t>
            </a:r>
          </a:p>
        </p:txBody>
      </p:sp>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3" name="Title 1"/>
          <p:cNvSpPr txBox="1"/>
          <p:nvPr/>
        </p:nvSpPr>
        <p:spPr bwMode="auto">
          <a:xfrm>
            <a:off x="0" y="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bg1"/>
                </a:solidFill>
                <a:effectLst/>
                <a:uLnTx/>
                <a:uFillTx/>
                <a:latin typeface="Times New Roman" panose="02020603050405020304" pitchFamily="18" charset="0"/>
                <a:ea typeface="+mj-ea"/>
                <a:cs typeface="Times New Roman" panose="02020603050405020304" pitchFamily="18" charset="0"/>
              </a:rPr>
              <a:t>References</a:t>
            </a:r>
          </a:p>
        </p:txBody>
      </p:sp>
      <p:sp>
        <p:nvSpPr>
          <p:cNvPr id="4" name="Rectangle 3"/>
          <p:cNvSpPr/>
          <p:nvPr/>
        </p:nvSpPr>
        <p:spPr>
          <a:xfrm>
            <a:off x="514984" y="3987423"/>
            <a:ext cx="11280776" cy="369332"/>
          </a:xfrm>
          <a:prstGeom prst="rect">
            <a:avLst/>
          </a:prstGeom>
        </p:spPr>
        <p:txBody>
          <a:bodyPr wrap="square">
            <a:spAutoFit/>
          </a:bodyPr>
          <a:lstStyle/>
          <a:p>
            <a:pPr algn="just"/>
            <a:endParaRPr lang="en-IN" dirty="0"/>
          </a:p>
        </p:txBody>
      </p:sp>
      <p:sp>
        <p:nvSpPr>
          <p:cNvPr id="5" name="Rectangle 4"/>
          <p:cNvSpPr/>
          <p:nvPr/>
        </p:nvSpPr>
        <p:spPr>
          <a:xfrm>
            <a:off x="396240" y="1262301"/>
            <a:ext cx="11174095" cy="5324535"/>
          </a:xfrm>
          <a:prstGeom prst="rect">
            <a:avLst/>
          </a:prstGeom>
        </p:spPr>
        <p:txBody>
          <a:bodyPr wrap="square">
            <a:spAutoFit/>
          </a:bodyPr>
          <a:lstStyle/>
          <a:p>
            <a:r>
              <a:rPr lang="en-US" sz="2000" b="1" dirty="0"/>
              <a:t>Title:</a:t>
            </a:r>
            <a:r>
              <a:rPr lang="en-US" sz="2000" dirty="0"/>
              <a:t> </a:t>
            </a:r>
            <a:r>
              <a:rPr lang="en-US" sz="2000" i="1" dirty="0"/>
              <a:t>A Web-Based “Department Management System” for Academic Institutions</a:t>
            </a:r>
          </a:p>
          <a:p>
            <a:endParaRPr lang="en-US" sz="2000" dirty="0"/>
          </a:p>
          <a:p>
            <a:r>
              <a:rPr lang="en-US" sz="2000" b="1" dirty="0"/>
              <a:t>Authors:</a:t>
            </a:r>
            <a:r>
              <a:rPr lang="en-US" sz="2000" dirty="0"/>
              <a:t> Kulkarni, R., Shelke, A., Mane, R., Kulkarni, S., &amp; Kulkarni, D. P.</a:t>
            </a:r>
          </a:p>
          <a:p>
            <a:endParaRPr lang="en-US" sz="2000" dirty="0"/>
          </a:p>
          <a:p>
            <a:r>
              <a:rPr lang="en-US" sz="2000" b="1" dirty="0"/>
              <a:t>Journal:</a:t>
            </a:r>
            <a:r>
              <a:rPr lang="en-US" sz="2000" dirty="0"/>
              <a:t> </a:t>
            </a:r>
            <a:r>
              <a:rPr lang="en-US" sz="2000" i="1" dirty="0"/>
              <a:t>International Journal of Advanced Engineering Research and Science (IJAERS)</a:t>
            </a:r>
          </a:p>
          <a:p>
            <a:endParaRPr lang="en-US" sz="2000" dirty="0"/>
          </a:p>
          <a:p>
            <a:r>
              <a:rPr lang="en-US" sz="2000" b="1" dirty="0"/>
              <a:t>Volume/Issue:</a:t>
            </a:r>
            <a:r>
              <a:rPr lang="en-US" sz="2000" dirty="0"/>
              <a:t> 11(5), Pages 42–44</a:t>
            </a:r>
          </a:p>
          <a:p>
            <a:endParaRPr lang="en-US" sz="2000" dirty="0"/>
          </a:p>
          <a:p>
            <a:r>
              <a:rPr lang="en-US" sz="2000" b="1" dirty="0"/>
              <a:t>Published:</a:t>
            </a:r>
            <a:r>
              <a:rPr lang="en-US" sz="2000" dirty="0"/>
              <a:t> May 2024</a:t>
            </a:r>
          </a:p>
          <a:p>
            <a:endParaRPr lang="en-US" sz="2000" dirty="0"/>
          </a:p>
          <a:p>
            <a:r>
              <a:rPr lang="en-US" sz="2000" b="1" dirty="0"/>
              <a:t>DOI:</a:t>
            </a:r>
            <a:r>
              <a:rPr lang="en-US" sz="2000" dirty="0"/>
              <a:t> </a:t>
            </a:r>
            <a:r>
              <a:rPr lang="en-US" sz="2000" dirty="0">
                <a:hlinkClick r:id="rId2"/>
              </a:rPr>
              <a:t>https://dx.doi.org/10.22161/ijaers.115.6</a:t>
            </a:r>
            <a:endParaRPr lang="en-US" sz="2000" dirty="0"/>
          </a:p>
          <a:p>
            <a:endParaRPr lang="en-US" sz="2000" dirty="0"/>
          </a:p>
          <a:p>
            <a:r>
              <a:rPr lang="en-US" sz="2000" b="1" dirty="0"/>
              <a:t>Summary:</a:t>
            </a:r>
          </a:p>
          <a:p>
            <a:br>
              <a:rPr lang="en-US" sz="2000" dirty="0"/>
            </a:br>
            <a:r>
              <a:rPr lang="en-US" sz="2000" dirty="0"/>
              <a:t>A web-based system designed for academic departments to manage student and staff activities, reduce paperwork, and enhance accessibility of information.</a:t>
            </a:r>
          </a:p>
          <a:p>
            <a:endParaRPr lang="en-IN" sz="2000" b="1" dirty="0">
              <a:latin typeface="Times New Roman" panose="02020603050405020304" pitchFamily="18" charset="0"/>
            </a:endParaRPr>
          </a:p>
        </p:txBody>
      </p:sp>
      <p:pic>
        <p:nvPicPr>
          <p:cNvPr id="10" name="Picture 9"/>
          <p:cNvPicPr>
            <a:picLocks noChangeAspect="1"/>
          </p:cNvPicPr>
          <p:nvPr/>
        </p:nvPicPr>
        <p:blipFill rotWithShape="1">
          <a:blip r:embed="rId3"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mc:AlternateContent xmlns:mc="http://schemas.openxmlformats.org/markup-compatibility/2006">
        <mc:Choice xmlns:am3d="http://schemas.microsoft.com/office/drawing/2017/model3d" Requires="am3d">
          <p:graphicFrame>
            <p:nvGraphicFramePr>
              <p:cNvPr id="6" name="3D Model 5" descr="Male Wizard 2 Hat">
                <a:extLst>
                  <a:ext uri="{FF2B5EF4-FFF2-40B4-BE49-F238E27FC236}">
                    <a16:creationId xmlns:a16="http://schemas.microsoft.com/office/drawing/2014/main" id="{5E618F48-1A5E-716C-C597-1663635153E7}"/>
                  </a:ext>
                </a:extLst>
              </p:cNvPr>
              <p:cNvGraphicFramePr>
                <a:graphicFrameLocks noChangeAspect="1"/>
              </p:cNvGraphicFramePr>
              <p:nvPr>
                <p:extLst>
                  <p:ext uri="{D42A27DB-BD31-4B8C-83A1-F6EECF244321}">
                    <p14:modId xmlns:p14="http://schemas.microsoft.com/office/powerpoint/2010/main" val="314381856"/>
                  </p:ext>
                </p:extLst>
              </p:nvPr>
            </p:nvGraphicFramePr>
            <p:xfrm>
              <a:off x="219457" y="1871758"/>
              <a:ext cx="302992" cy="397677"/>
            </p:xfrm>
            <a:graphic>
              <a:graphicData uri="http://schemas.microsoft.com/office/drawing/2017/model3d">
                <am3d:model3d r:embed="rId4">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5"/>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 name="3D Model 5" descr="Male Wizard 2 Hat">
                <a:extLst>
                  <a:ext uri="{FF2B5EF4-FFF2-40B4-BE49-F238E27FC236}">
                    <a16:creationId xmlns:a16="http://schemas.microsoft.com/office/drawing/2014/main" id="{5E618F48-1A5E-716C-C597-1663635153E7}"/>
                  </a:ext>
                </a:extLst>
              </p:cNvPr>
              <p:cNvPicPr>
                <a:picLocks noGrp="1" noRot="1" noChangeAspect="1" noMove="1" noResize="1" noEditPoints="1" noAdjustHandles="1" noChangeArrowheads="1" noChangeShapeType="1" noCrop="1"/>
              </p:cNvPicPr>
              <p:nvPr/>
            </p:nvPicPr>
            <p:blipFill>
              <a:blip r:embed="rId5"/>
              <a:stretch>
                <a:fillRect/>
              </a:stretch>
            </p:blipFill>
            <p:spPr>
              <a:xfrm>
                <a:off x="219457" y="1871758"/>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7" name="3D Model 6" descr="Male Wizard 2 Hat">
                <a:extLst>
                  <a:ext uri="{FF2B5EF4-FFF2-40B4-BE49-F238E27FC236}">
                    <a16:creationId xmlns:a16="http://schemas.microsoft.com/office/drawing/2014/main" id="{668C3355-A1FD-4102-5696-4683CCF52475}"/>
                  </a:ext>
                </a:extLst>
              </p:cNvPr>
              <p:cNvGraphicFramePr>
                <a:graphicFrameLocks noChangeAspect="1"/>
              </p:cNvGraphicFramePr>
              <p:nvPr>
                <p:extLst>
                  <p:ext uri="{D42A27DB-BD31-4B8C-83A1-F6EECF244321}">
                    <p14:modId xmlns:p14="http://schemas.microsoft.com/office/powerpoint/2010/main" val="3264364249"/>
                  </p:ext>
                </p:extLst>
              </p:nvPr>
            </p:nvGraphicFramePr>
            <p:xfrm>
              <a:off x="219457" y="2484315"/>
              <a:ext cx="302992" cy="397677"/>
            </p:xfrm>
            <a:graphic>
              <a:graphicData uri="http://schemas.microsoft.com/office/drawing/2017/model3d">
                <am3d:model3d r:embed="rId4">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5"/>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3D Model 6" descr="Male Wizard 2 Hat">
                <a:extLst>
                  <a:ext uri="{FF2B5EF4-FFF2-40B4-BE49-F238E27FC236}">
                    <a16:creationId xmlns:a16="http://schemas.microsoft.com/office/drawing/2014/main" id="{668C3355-A1FD-4102-5696-4683CCF52475}"/>
                  </a:ext>
                </a:extLst>
              </p:cNvPr>
              <p:cNvPicPr>
                <a:picLocks noGrp="1" noRot="1" noChangeAspect="1" noMove="1" noResize="1" noEditPoints="1" noAdjustHandles="1" noChangeArrowheads="1" noChangeShapeType="1" noCrop="1"/>
              </p:cNvPicPr>
              <p:nvPr/>
            </p:nvPicPr>
            <p:blipFill>
              <a:blip r:embed="rId5"/>
              <a:stretch>
                <a:fillRect/>
              </a:stretch>
            </p:blipFill>
            <p:spPr>
              <a:xfrm>
                <a:off x="219457" y="2484315"/>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8" name="3D Model 7" descr="Male Wizard 2 Hat">
                <a:extLst>
                  <a:ext uri="{FF2B5EF4-FFF2-40B4-BE49-F238E27FC236}">
                    <a16:creationId xmlns:a16="http://schemas.microsoft.com/office/drawing/2014/main" id="{5EE2768B-9968-009B-C620-38BE72164B53}"/>
                  </a:ext>
                </a:extLst>
              </p:cNvPr>
              <p:cNvGraphicFramePr>
                <a:graphicFrameLocks noChangeAspect="1"/>
              </p:cNvGraphicFramePr>
              <p:nvPr>
                <p:extLst>
                  <p:ext uri="{D42A27DB-BD31-4B8C-83A1-F6EECF244321}">
                    <p14:modId xmlns:p14="http://schemas.microsoft.com/office/powerpoint/2010/main" val="1849585421"/>
                  </p:ext>
                </p:extLst>
              </p:nvPr>
            </p:nvGraphicFramePr>
            <p:xfrm>
              <a:off x="219457" y="3030977"/>
              <a:ext cx="302992" cy="397677"/>
            </p:xfrm>
            <a:graphic>
              <a:graphicData uri="http://schemas.microsoft.com/office/drawing/2017/model3d">
                <am3d:model3d r:embed="rId4">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5"/>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 name="3D Model 7" descr="Male Wizard 2 Hat">
                <a:extLst>
                  <a:ext uri="{FF2B5EF4-FFF2-40B4-BE49-F238E27FC236}">
                    <a16:creationId xmlns:a16="http://schemas.microsoft.com/office/drawing/2014/main" id="{5EE2768B-9968-009B-C620-38BE72164B53}"/>
                  </a:ext>
                </a:extLst>
              </p:cNvPr>
              <p:cNvPicPr>
                <a:picLocks noGrp="1" noRot="1" noChangeAspect="1" noMove="1" noResize="1" noEditPoints="1" noAdjustHandles="1" noChangeArrowheads="1" noChangeShapeType="1" noCrop="1"/>
              </p:cNvPicPr>
              <p:nvPr/>
            </p:nvPicPr>
            <p:blipFill>
              <a:blip r:embed="rId5"/>
              <a:stretch>
                <a:fillRect/>
              </a:stretch>
            </p:blipFill>
            <p:spPr>
              <a:xfrm>
                <a:off x="219457" y="3030977"/>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9" name="3D Model 8" descr="Male Wizard 2 Hat">
                <a:extLst>
                  <a:ext uri="{FF2B5EF4-FFF2-40B4-BE49-F238E27FC236}">
                    <a16:creationId xmlns:a16="http://schemas.microsoft.com/office/drawing/2014/main" id="{E44AF09F-5C13-3C29-9E40-B19959A8FD38}"/>
                  </a:ext>
                </a:extLst>
              </p:cNvPr>
              <p:cNvGraphicFramePr>
                <a:graphicFrameLocks noChangeAspect="1"/>
              </p:cNvGraphicFramePr>
              <p:nvPr>
                <p:extLst>
                  <p:ext uri="{D42A27DB-BD31-4B8C-83A1-F6EECF244321}">
                    <p14:modId xmlns:p14="http://schemas.microsoft.com/office/powerpoint/2010/main" val="2917108654"/>
                  </p:ext>
                </p:extLst>
              </p:nvPr>
            </p:nvGraphicFramePr>
            <p:xfrm>
              <a:off x="211992" y="3634033"/>
              <a:ext cx="302992" cy="397677"/>
            </p:xfrm>
            <a:graphic>
              <a:graphicData uri="http://schemas.microsoft.com/office/drawing/2017/model3d">
                <am3d:model3d r:embed="rId4">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5"/>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 name="3D Model 8" descr="Male Wizard 2 Hat">
                <a:extLst>
                  <a:ext uri="{FF2B5EF4-FFF2-40B4-BE49-F238E27FC236}">
                    <a16:creationId xmlns:a16="http://schemas.microsoft.com/office/drawing/2014/main" id="{E44AF09F-5C13-3C29-9E40-B19959A8FD38}"/>
                  </a:ext>
                </a:extLst>
              </p:cNvPr>
              <p:cNvPicPr>
                <a:picLocks noGrp="1" noRot="1" noChangeAspect="1" noMove="1" noResize="1" noEditPoints="1" noAdjustHandles="1" noChangeArrowheads="1" noChangeShapeType="1" noCrop="1"/>
              </p:cNvPicPr>
              <p:nvPr/>
            </p:nvPicPr>
            <p:blipFill>
              <a:blip r:embed="rId5"/>
              <a:stretch>
                <a:fillRect/>
              </a:stretch>
            </p:blipFill>
            <p:spPr>
              <a:xfrm>
                <a:off x="211992" y="3634033"/>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1" name="3D Model 10" descr="Male Wizard 2 Hat">
                <a:extLst>
                  <a:ext uri="{FF2B5EF4-FFF2-40B4-BE49-F238E27FC236}">
                    <a16:creationId xmlns:a16="http://schemas.microsoft.com/office/drawing/2014/main" id="{95BEBD43-A858-2D95-359D-149C28B18C90}"/>
                  </a:ext>
                </a:extLst>
              </p:cNvPr>
              <p:cNvGraphicFramePr>
                <a:graphicFrameLocks noChangeAspect="1"/>
              </p:cNvGraphicFramePr>
              <p:nvPr>
                <p:extLst>
                  <p:ext uri="{D42A27DB-BD31-4B8C-83A1-F6EECF244321}">
                    <p14:modId xmlns:p14="http://schemas.microsoft.com/office/powerpoint/2010/main" val="3206694287"/>
                  </p:ext>
                </p:extLst>
              </p:nvPr>
            </p:nvGraphicFramePr>
            <p:xfrm>
              <a:off x="211992" y="4300361"/>
              <a:ext cx="302992" cy="397677"/>
            </p:xfrm>
            <a:graphic>
              <a:graphicData uri="http://schemas.microsoft.com/office/drawing/2017/model3d">
                <am3d:model3d r:embed="rId4">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5"/>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3D Model 10" descr="Male Wizard 2 Hat">
                <a:extLst>
                  <a:ext uri="{FF2B5EF4-FFF2-40B4-BE49-F238E27FC236}">
                    <a16:creationId xmlns:a16="http://schemas.microsoft.com/office/drawing/2014/main" id="{95BEBD43-A858-2D95-359D-149C28B18C90}"/>
                  </a:ext>
                </a:extLst>
              </p:cNvPr>
              <p:cNvPicPr>
                <a:picLocks noGrp="1" noRot="1" noChangeAspect="1" noMove="1" noResize="1" noEditPoints="1" noAdjustHandles="1" noChangeArrowheads="1" noChangeShapeType="1" noCrop="1"/>
              </p:cNvPicPr>
              <p:nvPr/>
            </p:nvPicPr>
            <p:blipFill>
              <a:blip r:embed="rId5"/>
              <a:stretch>
                <a:fillRect/>
              </a:stretch>
            </p:blipFill>
            <p:spPr>
              <a:xfrm>
                <a:off x="211992" y="4300361"/>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2" name="3D Model 11" descr="Male Wizard 2 Hat">
                <a:extLst>
                  <a:ext uri="{FF2B5EF4-FFF2-40B4-BE49-F238E27FC236}">
                    <a16:creationId xmlns:a16="http://schemas.microsoft.com/office/drawing/2014/main" id="{36AA119C-7695-ACAA-A20E-AA08801F5F4E}"/>
                  </a:ext>
                </a:extLst>
              </p:cNvPr>
              <p:cNvGraphicFramePr>
                <a:graphicFrameLocks noChangeAspect="1"/>
              </p:cNvGraphicFramePr>
              <p:nvPr>
                <p:extLst>
                  <p:ext uri="{D42A27DB-BD31-4B8C-83A1-F6EECF244321}">
                    <p14:modId xmlns:p14="http://schemas.microsoft.com/office/powerpoint/2010/main" val="2721726259"/>
                  </p:ext>
                </p:extLst>
              </p:nvPr>
            </p:nvGraphicFramePr>
            <p:xfrm>
              <a:off x="211992" y="1249220"/>
              <a:ext cx="302992" cy="397677"/>
            </p:xfrm>
            <a:graphic>
              <a:graphicData uri="http://schemas.microsoft.com/office/drawing/2017/model3d">
                <am3d:model3d r:embed="rId4">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5"/>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2" name="3D Model 11" descr="Male Wizard 2 Hat">
                <a:extLst>
                  <a:ext uri="{FF2B5EF4-FFF2-40B4-BE49-F238E27FC236}">
                    <a16:creationId xmlns:a16="http://schemas.microsoft.com/office/drawing/2014/main" id="{36AA119C-7695-ACAA-A20E-AA08801F5F4E}"/>
                  </a:ext>
                </a:extLst>
              </p:cNvPr>
              <p:cNvPicPr>
                <a:picLocks noGrp="1" noRot="1" noChangeAspect="1" noMove="1" noResize="1" noEditPoints="1" noAdjustHandles="1" noChangeArrowheads="1" noChangeShapeType="1" noCrop="1"/>
              </p:cNvPicPr>
              <p:nvPr/>
            </p:nvPicPr>
            <p:blipFill>
              <a:blip r:embed="rId5"/>
              <a:stretch>
                <a:fillRect/>
              </a:stretch>
            </p:blipFill>
            <p:spPr>
              <a:xfrm>
                <a:off x="211992" y="1249220"/>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4" name="3D Model 13" descr="Male Wizard 2 Hat">
                <a:extLst>
                  <a:ext uri="{FF2B5EF4-FFF2-40B4-BE49-F238E27FC236}">
                    <a16:creationId xmlns:a16="http://schemas.microsoft.com/office/drawing/2014/main" id="{F2C42391-B367-B349-4C74-5E14C3ED9EF8}"/>
                  </a:ext>
                </a:extLst>
              </p:cNvPr>
              <p:cNvGraphicFramePr>
                <a:graphicFrameLocks noChangeAspect="1"/>
              </p:cNvGraphicFramePr>
              <p:nvPr>
                <p:extLst>
                  <p:ext uri="{D42A27DB-BD31-4B8C-83A1-F6EECF244321}">
                    <p14:modId xmlns:p14="http://schemas.microsoft.com/office/powerpoint/2010/main" val="4006368850"/>
                  </p:ext>
                </p:extLst>
              </p:nvPr>
            </p:nvGraphicFramePr>
            <p:xfrm>
              <a:off x="211992" y="4903417"/>
              <a:ext cx="302992" cy="397677"/>
            </p:xfrm>
            <a:graphic>
              <a:graphicData uri="http://schemas.microsoft.com/office/drawing/2017/model3d">
                <am3d:model3d r:embed="rId4">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5"/>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4" name="3D Model 13" descr="Male Wizard 2 Hat">
                <a:extLst>
                  <a:ext uri="{FF2B5EF4-FFF2-40B4-BE49-F238E27FC236}">
                    <a16:creationId xmlns:a16="http://schemas.microsoft.com/office/drawing/2014/main" id="{F2C42391-B367-B349-4C74-5E14C3ED9EF8}"/>
                  </a:ext>
                </a:extLst>
              </p:cNvPr>
              <p:cNvPicPr>
                <a:picLocks noGrp="1" noRot="1" noChangeAspect="1" noMove="1" noResize="1" noEditPoints="1" noAdjustHandles="1" noChangeArrowheads="1" noChangeShapeType="1" noCrop="1"/>
              </p:cNvPicPr>
              <p:nvPr/>
            </p:nvPicPr>
            <p:blipFill>
              <a:blip r:embed="rId5"/>
              <a:stretch>
                <a:fillRect/>
              </a:stretch>
            </p:blipFill>
            <p:spPr>
              <a:xfrm>
                <a:off x="211992" y="4903417"/>
                <a:ext cx="302992" cy="397677"/>
              </a:xfrm>
              <a:prstGeom prst="rect">
                <a:avLst/>
              </a:prstGeom>
            </p:spPr>
          </p:pic>
        </mc:Fallback>
      </mc:AlternateContent>
    </p:spTree>
    <p:extLst>
      <p:ext uri="{BB962C8B-B14F-4D97-AF65-F5344CB8AC3E}">
        <p14:creationId xmlns:p14="http://schemas.microsoft.com/office/powerpoint/2010/main" val="26476133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3A25C-79D9-98B2-A6B3-CBC4D59D031C}"/>
            </a:ext>
          </a:extLst>
        </p:cNvPr>
        <p:cNvGrpSpPr/>
        <p:nvPr/>
      </p:nvGrpSpPr>
      <p:grpSpPr>
        <a:xfrm>
          <a:off x="0" y="0"/>
          <a:ext cx="0" cy="0"/>
          <a:chOff x="0" y="0"/>
          <a:chExt cx="0" cy="0"/>
        </a:xfrm>
      </p:grpSpPr>
      <p:sp>
        <p:nvSpPr>
          <p:cNvPr id="12289" name="Rectangle 7">
            <a:extLst>
              <a:ext uri="{FF2B5EF4-FFF2-40B4-BE49-F238E27FC236}">
                <a16:creationId xmlns:a16="http://schemas.microsoft.com/office/drawing/2014/main" id="{2985515D-B995-4B26-1556-A623298BDBD5}"/>
              </a:ext>
            </a:extLst>
          </p:cNvPr>
          <p:cNvSpPr/>
          <p:nvPr/>
        </p:nvSpPr>
        <p:spPr>
          <a:xfrm>
            <a:off x="0" y="55509"/>
            <a:ext cx="184731" cy="369332"/>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3" name="Title 1">
            <a:extLst>
              <a:ext uri="{FF2B5EF4-FFF2-40B4-BE49-F238E27FC236}">
                <a16:creationId xmlns:a16="http://schemas.microsoft.com/office/drawing/2014/main" id="{D7495D45-E0CA-38F0-D70C-5FC8C17222F5}"/>
              </a:ext>
            </a:extLst>
          </p:cNvPr>
          <p:cNvSpPr txBox="1"/>
          <p:nvPr/>
        </p:nvSpPr>
        <p:spPr bwMode="auto">
          <a:xfrm>
            <a:off x="0" y="11575"/>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bg1"/>
                </a:solidFill>
                <a:effectLst/>
                <a:uLnTx/>
                <a:uFillTx/>
                <a:latin typeface="Times New Roman" panose="02020603050405020304" pitchFamily="18" charset="0"/>
                <a:ea typeface="+mj-ea"/>
                <a:cs typeface="Times New Roman" panose="02020603050405020304" pitchFamily="18" charset="0"/>
              </a:rPr>
              <a:t>References</a:t>
            </a:r>
          </a:p>
        </p:txBody>
      </p:sp>
      <p:sp>
        <p:nvSpPr>
          <p:cNvPr id="4" name="Rectangle 3">
            <a:extLst>
              <a:ext uri="{FF2B5EF4-FFF2-40B4-BE49-F238E27FC236}">
                <a16:creationId xmlns:a16="http://schemas.microsoft.com/office/drawing/2014/main" id="{109CC523-C033-E39B-686B-8EB486EC9AB2}"/>
              </a:ext>
            </a:extLst>
          </p:cNvPr>
          <p:cNvSpPr/>
          <p:nvPr/>
        </p:nvSpPr>
        <p:spPr>
          <a:xfrm>
            <a:off x="243533" y="4264599"/>
            <a:ext cx="11280776" cy="276999"/>
          </a:xfrm>
          <a:prstGeom prst="rect">
            <a:avLst/>
          </a:prstGeom>
        </p:spPr>
        <p:txBody>
          <a:bodyPr wrap="square">
            <a:spAutoFit/>
          </a:bodyPr>
          <a:lstStyle/>
          <a:p>
            <a:endParaRPr lang="en-IN" sz="1200" dirty="0"/>
          </a:p>
        </p:txBody>
      </p:sp>
      <p:sp>
        <p:nvSpPr>
          <p:cNvPr id="5" name="Rectangle 4">
            <a:extLst>
              <a:ext uri="{FF2B5EF4-FFF2-40B4-BE49-F238E27FC236}">
                <a16:creationId xmlns:a16="http://schemas.microsoft.com/office/drawing/2014/main" id="{838B6F96-647B-F2C0-E687-91733473671D}"/>
              </a:ext>
            </a:extLst>
          </p:cNvPr>
          <p:cNvSpPr/>
          <p:nvPr/>
        </p:nvSpPr>
        <p:spPr>
          <a:xfrm>
            <a:off x="548490" y="2795133"/>
            <a:ext cx="11174095" cy="461665"/>
          </a:xfrm>
          <a:prstGeom prst="rect">
            <a:avLst/>
          </a:prstGeom>
        </p:spPr>
        <p:txBody>
          <a:bodyPr wrap="square">
            <a:spAutoFit/>
          </a:bodyPr>
          <a:lstStyle/>
          <a:p>
            <a:r>
              <a:rPr lang="en-IN" sz="1200" b="1" dirty="0">
                <a:latin typeface="Times New Roman" panose="02020603050405020304" pitchFamily="18" charset="0"/>
              </a:rPr>
              <a:t>Ansari, Irshad &amp; </a:t>
            </a:r>
            <a:r>
              <a:rPr lang="en-IN" sz="1200" b="1" dirty="0" err="1">
                <a:latin typeface="Times New Roman" panose="02020603050405020304" pitchFamily="18" charset="0"/>
              </a:rPr>
              <a:t>Mozammil</a:t>
            </a:r>
            <a:r>
              <a:rPr lang="en-IN" sz="1200" b="1" dirty="0">
                <a:latin typeface="Times New Roman" panose="02020603050405020304" pitchFamily="18" charset="0"/>
              </a:rPr>
              <a:t>, </a:t>
            </a:r>
            <a:r>
              <a:rPr lang="en-IN" sz="1200" b="1" dirty="0" err="1">
                <a:latin typeface="Times New Roman" panose="02020603050405020304" pitchFamily="18" charset="0"/>
              </a:rPr>
              <a:t>Kaynat</a:t>
            </a:r>
            <a:r>
              <a:rPr lang="en-IN" sz="1200" b="1" dirty="0">
                <a:latin typeface="Times New Roman" panose="02020603050405020304" pitchFamily="18" charset="0"/>
              </a:rPr>
              <a:t> &amp; Kaif, Md &amp; Sayed, Md &amp; Khan, Md &amp; Rasheed, Md &amp; Ansari, Farah &amp; Riaz, Mohd. (2024). College Management System. INTERANTIONAL JOURNAL OF SCIENTIFIC RESEARCH IN ENGINEERING AND MANAGEMENT. 08. 1-9. 10.55041/IJSREM40280. </a:t>
            </a:r>
          </a:p>
        </p:txBody>
      </p:sp>
      <p:pic>
        <p:nvPicPr>
          <p:cNvPr id="10" name="Picture 9">
            <a:extLst>
              <a:ext uri="{FF2B5EF4-FFF2-40B4-BE49-F238E27FC236}">
                <a16:creationId xmlns:a16="http://schemas.microsoft.com/office/drawing/2014/main" id="{F49A35D5-E972-8C49-0075-45CA30C8D28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24294"/>
            <a:ext cx="12192000" cy="345281"/>
          </a:xfrm>
          <a:prstGeom prst="rect">
            <a:avLst/>
          </a:prstGeom>
        </p:spPr>
      </p:pic>
      <mc:AlternateContent xmlns:mc="http://schemas.openxmlformats.org/markup-compatibility/2006">
        <mc:Choice xmlns:am3d="http://schemas.microsoft.com/office/drawing/2017/model3d" Requires="am3d">
          <p:graphicFrame>
            <p:nvGraphicFramePr>
              <p:cNvPr id="7" name="3D Model 6" descr="Male Wizard 2 Hat">
                <a:extLst>
                  <a:ext uri="{FF2B5EF4-FFF2-40B4-BE49-F238E27FC236}">
                    <a16:creationId xmlns:a16="http://schemas.microsoft.com/office/drawing/2014/main" id="{25085254-5280-223D-EA37-C4BD6BD38D3B}"/>
                  </a:ext>
                </a:extLst>
              </p:cNvPr>
              <p:cNvGraphicFramePr>
                <a:graphicFrameLocks noChangeAspect="1"/>
              </p:cNvGraphicFramePr>
              <p:nvPr>
                <p:extLst>
                  <p:ext uri="{D42A27DB-BD31-4B8C-83A1-F6EECF244321}">
                    <p14:modId xmlns:p14="http://schemas.microsoft.com/office/powerpoint/2010/main" val="1031277495"/>
                  </p:ext>
                </p:extLst>
              </p:nvPr>
            </p:nvGraphicFramePr>
            <p:xfrm>
              <a:off x="220744" y="1574447"/>
              <a:ext cx="302992" cy="397677"/>
            </p:xfrm>
            <a:graphic>
              <a:graphicData uri="http://schemas.microsoft.com/office/drawing/2017/model3d">
                <am3d:model3d r:embed="rId3">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3D Model 6" descr="Male Wizard 2 Hat">
                <a:extLst>
                  <a:ext uri="{FF2B5EF4-FFF2-40B4-BE49-F238E27FC236}">
                    <a16:creationId xmlns:a16="http://schemas.microsoft.com/office/drawing/2014/main" id="{25085254-5280-223D-EA37-C4BD6BD38D3B}"/>
                  </a:ext>
                </a:extLst>
              </p:cNvPr>
              <p:cNvPicPr>
                <a:picLocks noGrp="1" noRot="1" noChangeAspect="1" noMove="1" noResize="1" noEditPoints="1" noAdjustHandles="1" noChangeArrowheads="1" noChangeShapeType="1" noCrop="1"/>
              </p:cNvPicPr>
              <p:nvPr/>
            </p:nvPicPr>
            <p:blipFill>
              <a:blip r:embed="rId4"/>
              <a:stretch>
                <a:fillRect/>
              </a:stretch>
            </p:blipFill>
            <p:spPr>
              <a:xfrm>
                <a:off x="220744" y="1574447"/>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8" name="3D Model 7" descr="Male Wizard 2 Hat">
                <a:extLst>
                  <a:ext uri="{FF2B5EF4-FFF2-40B4-BE49-F238E27FC236}">
                    <a16:creationId xmlns:a16="http://schemas.microsoft.com/office/drawing/2014/main" id="{1FDA2219-9461-F9C0-6924-FD934F354D75}"/>
                  </a:ext>
                </a:extLst>
              </p:cNvPr>
              <p:cNvGraphicFramePr>
                <a:graphicFrameLocks noChangeAspect="1"/>
              </p:cNvGraphicFramePr>
              <p:nvPr>
                <p:extLst>
                  <p:ext uri="{D42A27DB-BD31-4B8C-83A1-F6EECF244321}">
                    <p14:modId xmlns:p14="http://schemas.microsoft.com/office/powerpoint/2010/main" val="3141473425"/>
                  </p:ext>
                </p:extLst>
              </p:nvPr>
            </p:nvGraphicFramePr>
            <p:xfrm>
              <a:off x="175867" y="2398097"/>
              <a:ext cx="302992" cy="397677"/>
            </p:xfrm>
            <a:graphic>
              <a:graphicData uri="http://schemas.microsoft.com/office/drawing/2017/model3d">
                <am3d:model3d r:embed="rId3">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 name="3D Model 7" descr="Male Wizard 2 Hat">
                <a:extLst>
                  <a:ext uri="{FF2B5EF4-FFF2-40B4-BE49-F238E27FC236}">
                    <a16:creationId xmlns:a16="http://schemas.microsoft.com/office/drawing/2014/main" id="{1FDA2219-9461-F9C0-6924-FD934F354D75}"/>
                  </a:ext>
                </a:extLst>
              </p:cNvPr>
              <p:cNvPicPr>
                <a:picLocks noGrp="1" noRot="1" noChangeAspect="1" noMove="1" noResize="1" noEditPoints="1" noAdjustHandles="1" noChangeArrowheads="1" noChangeShapeType="1" noCrop="1"/>
              </p:cNvPicPr>
              <p:nvPr/>
            </p:nvPicPr>
            <p:blipFill>
              <a:blip r:embed="rId4"/>
              <a:stretch>
                <a:fillRect/>
              </a:stretch>
            </p:blipFill>
            <p:spPr>
              <a:xfrm>
                <a:off x="175867" y="2398097"/>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9" name="3D Model 8" descr="Male Wizard 2 Hat">
                <a:extLst>
                  <a:ext uri="{FF2B5EF4-FFF2-40B4-BE49-F238E27FC236}">
                    <a16:creationId xmlns:a16="http://schemas.microsoft.com/office/drawing/2014/main" id="{4CAC4695-2F08-DFE7-595C-15F59DA9558F}"/>
                  </a:ext>
                </a:extLst>
              </p:cNvPr>
              <p:cNvGraphicFramePr>
                <a:graphicFrameLocks noChangeAspect="1"/>
              </p:cNvGraphicFramePr>
              <p:nvPr>
                <p:extLst>
                  <p:ext uri="{D42A27DB-BD31-4B8C-83A1-F6EECF244321}">
                    <p14:modId xmlns:p14="http://schemas.microsoft.com/office/powerpoint/2010/main" val="3156291052"/>
                  </p:ext>
                </p:extLst>
              </p:nvPr>
            </p:nvGraphicFramePr>
            <p:xfrm>
              <a:off x="184731" y="2934127"/>
              <a:ext cx="302992" cy="397677"/>
            </p:xfrm>
            <a:graphic>
              <a:graphicData uri="http://schemas.microsoft.com/office/drawing/2017/model3d">
                <am3d:model3d r:embed="rId3">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 name="3D Model 8" descr="Male Wizard 2 Hat">
                <a:extLst>
                  <a:ext uri="{FF2B5EF4-FFF2-40B4-BE49-F238E27FC236}">
                    <a16:creationId xmlns:a16="http://schemas.microsoft.com/office/drawing/2014/main" id="{4CAC4695-2F08-DFE7-595C-15F59DA9558F}"/>
                  </a:ext>
                </a:extLst>
              </p:cNvPr>
              <p:cNvPicPr>
                <a:picLocks noGrp="1" noRot="1" noChangeAspect="1" noMove="1" noResize="1" noEditPoints="1" noAdjustHandles="1" noChangeArrowheads="1" noChangeShapeType="1" noCrop="1"/>
              </p:cNvPicPr>
              <p:nvPr/>
            </p:nvPicPr>
            <p:blipFill>
              <a:blip r:embed="rId4"/>
              <a:stretch>
                <a:fillRect/>
              </a:stretch>
            </p:blipFill>
            <p:spPr>
              <a:xfrm>
                <a:off x="184731" y="2934127"/>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1" name="3D Model 10" descr="Male Wizard 2 Hat">
                <a:extLst>
                  <a:ext uri="{FF2B5EF4-FFF2-40B4-BE49-F238E27FC236}">
                    <a16:creationId xmlns:a16="http://schemas.microsoft.com/office/drawing/2014/main" id="{DF203446-6639-EF80-34AE-DE0189E0D3F1}"/>
                  </a:ext>
                </a:extLst>
              </p:cNvPr>
              <p:cNvGraphicFramePr>
                <a:graphicFrameLocks noChangeAspect="1"/>
              </p:cNvGraphicFramePr>
              <p:nvPr>
                <p:extLst>
                  <p:ext uri="{D42A27DB-BD31-4B8C-83A1-F6EECF244321}">
                    <p14:modId xmlns:p14="http://schemas.microsoft.com/office/powerpoint/2010/main" val="1504266476"/>
                  </p:ext>
                </p:extLst>
              </p:nvPr>
            </p:nvGraphicFramePr>
            <p:xfrm>
              <a:off x="190276" y="3847411"/>
              <a:ext cx="302992" cy="397677"/>
            </p:xfrm>
            <a:graphic>
              <a:graphicData uri="http://schemas.microsoft.com/office/drawing/2017/model3d">
                <am3d:model3d r:embed="rId3">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3D Model 10" descr="Male Wizard 2 Hat">
                <a:extLst>
                  <a:ext uri="{FF2B5EF4-FFF2-40B4-BE49-F238E27FC236}">
                    <a16:creationId xmlns:a16="http://schemas.microsoft.com/office/drawing/2014/main" id="{DF203446-6639-EF80-34AE-DE0189E0D3F1}"/>
                  </a:ext>
                </a:extLst>
              </p:cNvPr>
              <p:cNvPicPr>
                <a:picLocks noGrp="1" noRot="1" noChangeAspect="1" noMove="1" noResize="1" noEditPoints="1" noAdjustHandles="1" noChangeArrowheads="1" noChangeShapeType="1" noCrop="1"/>
              </p:cNvPicPr>
              <p:nvPr/>
            </p:nvPicPr>
            <p:blipFill>
              <a:blip r:embed="rId4"/>
              <a:stretch>
                <a:fillRect/>
              </a:stretch>
            </p:blipFill>
            <p:spPr>
              <a:xfrm>
                <a:off x="190276" y="3847411"/>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2" name="3D Model 11" descr="Male Wizard 2 Hat">
                <a:extLst>
                  <a:ext uri="{FF2B5EF4-FFF2-40B4-BE49-F238E27FC236}">
                    <a16:creationId xmlns:a16="http://schemas.microsoft.com/office/drawing/2014/main" id="{C7C44380-61D6-C6B1-2AB2-D6C46EEABE8E}"/>
                  </a:ext>
                </a:extLst>
              </p:cNvPr>
              <p:cNvGraphicFramePr>
                <a:graphicFrameLocks noChangeAspect="1"/>
              </p:cNvGraphicFramePr>
              <p:nvPr>
                <p:extLst>
                  <p:ext uri="{D42A27DB-BD31-4B8C-83A1-F6EECF244321}">
                    <p14:modId xmlns:p14="http://schemas.microsoft.com/office/powerpoint/2010/main" val="2684321174"/>
                  </p:ext>
                </p:extLst>
              </p:nvPr>
            </p:nvGraphicFramePr>
            <p:xfrm>
              <a:off x="210878" y="969621"/>
              <a:ext cx="302992" cy="397677"/>
            </p:xfrm>
            <a:graphic>
              <a:graphicData uri="http://schemas.microsoft.com/office/drawing/2017/model3d">
                <am3d:model3d r:embed="rId3">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2" name="3D Model 11" descr="Male Wizard 2 Hat">
                <a:extLst>
                  <a:ext uri="{FF2B5EF4-FFF2-40B4-BE49-F238E27FC236}">
                    <a16:creationId xmlns:a16="http://schemas.microsoft.com/office/drawing/2014/main" id="{C7C44380-61D6-C6B1-2AB2-D6C46EEABE8E}"/>
                  </a:ext>
                </a:extLst>
              </p:cNvPr>
              <p:cNvPicPr>
                <a:picLocks noGrp="1" noRot="1" noChangeAspect="1" noMove="1" noResize="1" noEditPoints="1" noAdjustHandles="1" noChangeArrowheads="1" noChangeShapeType="1" noCrop="1"/>
              </p:cNvPicPr>
              <p:nvPr/>
            </p:nvPicPr>
            <p:blipFill>
              <a:blip r:embed="rId4"/>
              <a:stretch>
                <a:fillRect/>
              </a:stretch>
            </p:blipFill>
            <p:spPr>
              <a:xfrm>
                <a:off x="210878" y="969621"/>
                <a:ext cx="302992" cy="39767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4" name="3D Model 13" descr="Male Wizard 2 Hat">
                <a:extLst>
                  <a:ext uri="{FF2B5EF4-FFF2-40B4-BE49-F238E27FC236}">
                    <a16:creationId xmlns:a16="http://schemas.microsoft.com/office/drawing/2014/main" id="{8A15B8CC-8243-C9E9-263A-8C650C756CAE}"/>
                  </a:ext>
                </a:extLst>
              </p:cNvPr>
              <p:cNvGraphicFramePr>
                <a:graphicFrameLocks noChangeAspect="1"/>
              </p:cNvGraphicFramePr>
              <p:nvPr>
                <p:extLst>
                  <p:ext uri="{D42A27DB-BD31-4B8C-83A1-F6EECF244321}">
                    <p14:modId xmlns:p14="http://schemas.microsoft.com/office/powerpoint/2010/main" val="753632007"/>
                  </p:ext>
                </p:extLst>
              </p:nvPr>
            </p:nvGraphicFramePr>
            <p:xfrm>
              <a:off x="210894" y="4827127"/>
              <a:ext cx="302992" cy="397677"/>
            </p:xfrm>
            <a:graphic>
              <a:graphicData uri="http://schemas.microsoft.com/office/drawing/2017/model3d">
                <am3d:model3d r:embed="rId3">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4" name="3D Model 13" descr="Male Wizard 2 Hat">
                <a:extLst>
                  <a:ext uri="{FF2B5EF4-FFF2-40B4-BE49-F238E27FC236}">
                    <a16:creationId xmlns:a16="http://schemas.microsoft.com/office/drawing/2014/main" id="{8A15B8CC-8243-C9E9-263A-8C650C756CAE}"/>
                  </a:ext>
                </a:extLst>
              </p:cNvPr>
              <p:cNvPicPr>
                <a:picLocks noGrp="1" noRot="1" noChangeAspect="1" noMove="1" noResize="1" noEditPoints="1" noAdjustHandles="1" noChangeArrowheads="1" noChangeShapeType="1" noCrop="1"/>
              </p:cNvPicPr>
              <p:nvPr/>
            </p:nvPicPr>
            <p:blipFill>
              <a:blip r:embed="rId4"/>
              <a:stretch>
                <a:fillRect/>
              </a:stretch>
            </p:blipFill>
            <p:spPr>
              <a:xfrm>
                <a:off x="210894" y="4827127"/>
                <a:ext cx="302992" cy="397677"/>
              </a:xfrm>
              <a:prstGeom prst="rect">
                <a:avLst/>
              </a:prstGeom>
            </p:spPr>
          </p:pic>
        </mc:Fallback>
      </mc:AlternateContent>
      <p:sp>
        <p:nvSpPr>
          <p:cNvPr id="17" name="TextBox 16">
            <a:extLst>
              <a:ext uri="{FF2B5EF4-FFF2-40B4-BE49-F238E27FC236}">
                <a16:creationId xmlns:a16="http://schemas.microsoft.com/office/drawing/2014/main" id="{7F5E289F-97F7-81A8-EB23-4AEAFD897C9E}"/>
              </a:ext>
            </a:extLst>
          </p:cNvPr>
          <p:cNvSpPr txBox="1"/>
          <p:nvPr/>
        </p:nvSpPr>
        <p:spPr>
          <a:xfrm>
            <a:off x="631515" y="4125869"/>
            <a:ext cx="11174095" cy="461665"/>
          </a:xfrm>
          <a:prstGeom prst="rect">
            <a:avLst/>
          </a:prstGeom>
          <a:noFill/>
        </p:spPr>
        <p:txBody>
          <a:bodyPr wrap="square">
            <a:spAutoFit/>
          </a:bodyPr>
          <a:lstStyle/>
          <a:p>
            <a:r>
              <a:rPr lang="en-IN" sz="1200" b="1" dirty="0"/>
              <a:t>Jain, Rohit, Aman Modi, Ishan Kashyap, Prof. Vandana Kate, and Prof. Rachana </a:t>
            </a:r>
            <a:r>
              <a:rPr lang="en-IN" sz="1200" b="1" dirty="0" err="1"/>
              <a:t>Bahrawat</a:t>
            </a:r>
            <a:r>
              <a:rPr lang="en-IN" sz="1200" b="1" dirty="0"/>
              <a:t>. “Intranet College Management System: Attendance, Placement, Student–Faculty Interaction.” </a:t>
            </a:r>
            <a:r>
              <a:rPr lang="en-IN" sz="1200" b="1" i="1" dirty="0"/>
              <a:t>International Journal of Research Publication and Reviews</a:t>
            </a:r>
            <a:r>
              <a:rPr lang="en-IN" sz="1200" b="1" dirty="0"/>
              <a:t>, 2023, IJRPR, </a:t>
            </a:r>
            <a:r>
              <a:rPr lang="en-IN" sz="1200" b="1" dirty="0">
                <a:hlinkClick r:id="rId5"/>
              </a:rPr>
              <a:t>www.ijrpr.com</a:t>
            </a:r>
            <a:r>
              <a:rPr lang="en-IN" sz="1200" b="1" dirty="0"/>
              <a:t>.</a:t>
            </a:r>
          </a:p>
        </p:txBody>
      </p:sp>
      <p:sp>
        <p:nvSpPr>
          <p:cNvPr id="19" name="TextBox 18">
            <a:extLst>
              <a:ext uri="{FF2B5EF4-FFF2-40B4-BE49-F238E27FC236}">
                <a16:creationId xmlns:a16="http://schemas.microsoft.com/office/drawing/2014/main" id="{1EB47EE1-4D84-3BD7-1F84-466346640F1C}"/>
              </a:ext>
            </a:extLst>
          </p:cNvPr>
          <p:cNvSpPr txBox="1"/>
          <p:nvPr/>
        </p:nvSpPr>
        <p:spPr>
          <a:xfrm>
            <a:off x="578175" y="5841088"/>
            <a:ext cx="11174094" cy="461665"/>
          </a:xfrm>
          <a:prstGeom prst="rect">
            <a:avLst/>
          </a:prstGeom>
          <a:noFill/>
        </p:spPr>
        <p:txBody>
          <a:bodyPr wrap="square">
            <a:spAutoFit/>
          </a:bodyPr>
          <a:lstStyle/>
          <a:p>
            <a:r>
              <a:rPr lang="en-IN" sz="1200" b="1" dirty="0" err="1"/>
              <a:t>Amali</a:t>
            </a:r>
            <a:r>
              <a:rPr lang="en-IN" sz="1200" b="1" dirty="0"/>
              <a:t>, </a:t>
            </a:r>
            <a:r>
              <a:rPr lang="en-IN" sz="1200" b="1" dirty="0" err="1"/>
              <a:t>Lanto</a:t>
            </a:r>
            <a:r>
              <a:rPr lang="en-IN" sz="1200" b="1" dirty="0"/>
              <a:t> </a:t>
            </a:r>
            <a:r>
              <a:rPr lang="en-IN" sz="1200" b="1" dirty="0" err="1"/>
              <a:t>Ningrayati</a:t>
            </a:r>
            <a:r>
              <a:rPr lang="en-IN" sz="1200" b="1" dirty="0"/>
              <a:t>, Muhammad Rifai </a:t>
            </a:r>
            <a:r>
              <a:rPr lang="en-IN" sz="1200" b="1" dirty="0" err="1"/>
              <a:t>Katili</a:t>
            </a:r>
            <a:r>
              <a:rPr lang="en-IN" sz="1200" b="1" dirty="0"/>
              <a:t>, </a:t>
            </a:r>
            <a:r>
              <a:rPr lang="en-IN" sz="1200" b="1" dirty="0" err="1"/>
              <a:t>Sitti</a:t>
            </a:r>
            <a:r>
              <a:rPr lang="en-IN" sz="1200" b="1" dirty="0"/>
              <a:t> </a:t>
            </a:r>
            <a:r>
              <a:rPr lang="en-IN" sz="1200" b="1" dirty="0" err="1"/>
              <a:t>Suhada</a:t>
            </a:r>
            <a:r>
              <a:rPr lang="en-IN" sz="1200" b="1" dirty="0"/>
              <a:t>, and Tri </a:t>
            </a:r>
            <a:r>
              <a:rPr lang="en-IN" sz="1200" b="1" dirty="0" err="1"/>
              <a:t>Alfandra</a:t>
            </a:r>
            <a:r>
              <a:rPr lang="en-IN" sz="1200" b="1" dirty="0"/>
              <a:t> </a:t>
            </a:r>
            <a:r>
              <a:rPr lang="en-IN" sz="1200" b="1" dirty="0" err="1"/>
              <a:t>Labuga</a:t>
            </a:r>
            <a:r>
              <a:rPr lang="en-IN" sz="1200" b="1" dirty="0"/>
              <a:t>. “Business Process Monitoring System in Supporting Information Technology Governance.” </a:t>
            </a:r>
            <a:r>
              <a:rPr lang="en-IN" sz="1200" b="1" i="1" dirty="0"/>
              <a:t>Bulletin of Electrical Engineering and Informatics (BEEI)</a:t>
            </a:r>
            <a:r>
              <a:rPr lang="en-IN" sz="1200" b="1" dirty="0"/>
              <a:t>, Oct. 2021.</a:t>
            </a:r>
          </a:p>
        </p:txBody>
      </p:sp>
      <p:sp>
        <p:nvSpPr>
          <p:cNvPr id="21" name="TextBox 20">
            <a:extLst>
              <a:ext uri="{FF2B5EF4-FFF2-40B4-BE49-F238E27FC236}">
                <a16:creationId xmlns:a16="http://schemas.microsoft.com/office/drawing/2014/main" id="{3ED1F2EA-B013-4251-70AC-69F3EC12430C}"/>
              </a:ext>
            </a:extLst>
          </p:cNvPr>
          <p:cNvSpPr txBox="1"/>
          <p:nvPr/>
        </p:nvSpPr>
        <p:spPr>
          <a:xfrm>
            <a:off x="469238" y="2098204"/>
            <a:ext cx="11022995" cy="461665"/>
          </a:xfrm>
          <a:prstGeom prst="rect">
            <a:avLst/>
          </a:prstGeom>
          <a:noFill/>
        </p:spPr>
        <p:txBody>
          <a:bodyPr wrap="square">
            <a:spAutoFit/>
          </a:bodyPr>
          <a:lstStyle/>
          <a:p>
            <a:r>
              <a:rPr lang="en-US" sz="1200" b="1" dirty="0"/>
              <a:t>V. Patel, S. Bhagwat, S. </a:t>
            </a:r>
            <a:r>
              <a:rPr lang="en-US" sz="1200" b="1" dirty="0" err="1"/>
              <a:t>Ashtikar</a:t>
            </a:r>
            <a:r>
              <a:rPr lang="en-US" sz="1200" b="1" dirty="0"/>
              <a:t>, and S. </a:t>
            </a:r>
            <a:r>
              <a:rPr lang="en-US" sz="1200" b="1" dirty="0" err="1"/>
              <a:t>Kumbhare</a:t>
            </a:r>
            <a:r>
              <a:rPr lang="en-US" sz="1200" b="1" dirty="0"/>
              <a:t>, "College Management System for College," </a:t>
            </a:r>
            <a:r>
              <a:rPr lang="en-US" sz="1200" b="1" i="1" dirty="0"/>
              <a:t>International Research Journal of Modernization in Engineering Technology and Science (IRJMETS)</a:t>
            </a:r>
            <a:r>
              <a:rPr lang="en-US" sz="1200" b="1" dirty="0"/>
              <a:t>, [Online]. Available: https://www.irjmets.com</a:t>
            </a:r>
            <a:endParaRPr lang="en-IN" sz="1200" b="1" dirty="0"/>
          </a:p>
        </p:txBody>
      </p:sp>
      <p:sp>
        <p:nvSpPr>
          <p:cNvPr id="22" name="Rectangle 4">
            <a:extLst>
              <a:ext uri="{FF2B5EF4-FFF2-40B4-BE49-F238E27FC236}">
                <a16:creationId xmlns:a16="http://schemas.microsoft.com/office/drawing/2014/main" id="{D882CC49-3776-E86E-C112-8F8C9FF58C5D}"/>
              </a:ext>
            </a:extLst>
          </p:cNvPr>
          <p:cNvSpPr>
            <a:spLocks noChangeArrowheads="1"/>
          </p:cNvSpPr>
          <p:nvPr/>
        </p:nvSpPr>
        <p:spPr bwMode="auto">
          <a:xfrm>
            <a:off x="523736" y="3331804"/>
            <a:ext cx="107479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Gupta, M., &amp; Kate, V. (2023). </a:t>
            </a:r>
            <a:r>
              <a:rPr kumimoji="0" lang="en-US" altLang="en-US" sz="1200" b="1" i="1" u="none" strike="noStrike" cap="none" normalizeH="0" baseline="0" dirty="0">
                <a:ln>
                  <a:noFill/>
                </a:ln>
                <a:solidFill>
                  <a:schemeClr val="tx1"/>
                </a:solidFill>
                <a:effectLst/>
                <a:latin typeface="Arial" panose="020B0604020202020204" pitchFamily="34" charset="0"/>
              </a:rPr>
              <a:t>Enhancing College Management Systems through Predictive Analytics</a:t>
            </a:r>
            <a:r>
              <a:rPr kumimoji="0" lang="en-US" altLang="en-US" sz="1200" b="1" i="0" u="none" strike="noStrike" cap="none" normalizeH="0" baseline="0" dirty="0">
                <a:ln>
                  <a:noFill/>
                </a:ln>
                <a:solidFill>
                  <a:schemeClr val="tx1"/>
                </a:solidFill>
                <a:effectLst/>
                <a:latin typeface="Arial" panose="020B0604020202020204" pitchFamily="34" charset="0"/>
              </a:rPr>
              <a:t>. CSIT Department, Acropolis Institute of Technology and Research, Indore. </a:t>
            </a:r>
            <a:r>
              <a:rPr kumimoji="0" lang="en-US" altLang="en-US" sz="1200" b="1" i="1" u="none" strike="noStrike" cap="none" normalizeH="0" baseline="0" dirty="0">
                <a:ln>
                  <a:noFill/>
                </a:ln>
                <a:solidFill>
                  <a:schemeClr val="tx1"/>
                </a:solidFill>
                <a:effectLst/>
                <a:latin typeface="Arial" panose="020B0604020202020204" pitchFamily="34" charset="0"/>
              </a:rPr>
              <a:t>International Journal of Computer Applications</a:t>
            </a:r>
            <a:r>
              <a:rPr kumimoji="0" lang="en-US" altLang="en-US" sz="1200" b="1" i="0" u="none" strike="noStrike" cap="none" normalizeH="0" baseline="0" dirty="0">
                <a:ln>
                  <a:noFill/>
                </a:ln>
                <a:solidFill>
                  <a:schemeClr val="tx1"/>
                </a:solidFill>
                <a:effectLst/>
                <a:latin typeface="Arial" panose="020B0604020202020204" pitchFamily="34" charset="0"/>
              </a:rPr>
              <a:t>, 185(7), 45–52.</a:t>
            </a:r>
          </a:p>
        </p:txBody>
      </p:sp>
      <p:sp>
        <p:nvSpPr>
          <p:cNvPr id="24" name="TextBox 23">
            <a:extLst>
              <a:ext uri="{FF2B5EF4-FFF2-40B4-BE49-F238E27FC236}">
                <a16:creationId xmlns:a16="http://schemas.microsoft.com/office/drawing/2014/main" id="{44FF22DE-289A-4892-E318-ABF751A4609A}"/>
              </a:ext>
            </a:extLst>
          </p:cNvPr>
          <p:cNvSpPr txBox="1"/>
          <p:nvPr/>
        </p:nvSpPr>
        <p:spPr>
          <a:xfrm>
            <a:off x="524834" y="4771006"/>
            <a:ext cx="11280776" cy="738664"/>
          </a:xfrm>
          <a:prstGeom prst="rect">
            <a:avLst/>
          </a:prstGeom>
          <a:noFill/>
        </p:spPr>
        <p:txBody>
          <a:bodyPr wrap="square">
            <a:spAutoFit/>
          </a:bodyPr>
          <a:lstStyle/>
          <a:p>
            <a:r>
              <a:rPr lang="en-IN" sz="1400" b="1" dirty="0"/>
              <a:t>S. Chakraborty, V. Prabhas, Ch. Prathamesh, A. </a:t>
            </a:r>
            <a:r>
              <a:rPr lang="en-IN" sz="1400" b="1" dirty="0" err="1"/>
              <a:t>Prathyusha</a:t>
            </a:r>
            <a:r>
              <a:rPr lang="en-IN" sz="1400" b="1" dirty="0"/>
              <a:t> Reddy, G. Pravallika, K. Pravallika, and G. </a:t>
            </a:r>
            <a:r>
              <a:rPr lang="en-IN" sz="1400" b="1" dirty="0" err="1"/>
              <a:t>Preetham</a:t>
            </a:r>
            <a:r>
              <a:rPr lang="en-IN" sz="1400" b="1" dirty="0"/>
              <a:t> Reddy, “Automated Smart Surveillance and Guidance for the Campuses,” </a:t>
            </a:r>
            <a:r>
              <a:rPr lang="en-IN" sz="1400" b="1" i="1" dirty="0"/>
              <a:t>IOSR Journal of Computer Engineering</a:t>
            </a:r>
            <a:r>
              <a:rPr lang="en-IN" sz="1400" b="1" dirty="0"/>
              <a:t>, vol. 25, no. 4, Ser. I, pp. 46–50, Jul.–Aug. 2023, </a:t>
            </a:r>
            <a:r>
              <a:rPr lang="en-IN" sz="1400" b="1" dirty="0" err="1"/>
              <a:t>doi</a:t>
            </a:r>
            <a:r>
              <a:rPr lang="en-IN" sz="1400" b="1" dirty="0"/>
              <a:t>: 10.9790/0661‑2504014649. </a:t>
            </a:r>
            <a:r>
              <a:rPr lang="en-IN" sz="1400" b="1" dirty="0">
                <a:hlinkClick r:id="rId6"/>
              </a:rPr>
              <a:t>scholar.google.co.in</a:t>
            </a:r>
            <a:r>
              <a:rPr lang="en-IN" sz="1400" b="1" dirty="0">
                <a:hlinkClick r:id="rId7"/>
              </a:rPr>
              <a:t>studocu.com+2iosrjournals.org+2iosrjournals.org+2</a:t>
            </a:r>
            <a:endParaRPr lang="en-IN" sz="1400" b="1" dirty="0"/>
          </a:p>
        </p:txBody>
      </p:sp>
      <p:sp>
        <p:nvSpPr>
          <p:cNvPr id="26" name="TextBox 25">
            <a:extLst>
              <a:ext uri="{FF2B5EF4-FFF2-40B4-BE49-F238E27FC236}">
                <a16:creationId xmlns:a16="http://schemas.microsoft.com/office/drawing/2014/main" id="{0C99387F-69A3-B55E-F7CA-5186A8BEC60A}"/>
              </a:ext>
            </a:extLst>
          </p:cNvPr>
          <p:cNvSpPr txBox="1"/>
          <p:nvPr/>
        </p:nvSpPr>
        <p:spPr>
          <a:xfrm>
            <a:off x="513870" y="763918"/>
            <a:ext cx="11280776" cy="646331"/>
          </a:xfrm>
          <a:prstGeom prst="rect">
            <a:avLst/>
          </a:prstGeom>
          <a:noFill/>
        </p:spPr>
        <p:txBody>
          <a:bodyPr wrap="square">
            <a:spAutoFit/>
          </a:bodyPr>
          <a:lstStyle/>
          <a:p>
            <a:r>
              <a:rPr lang="en-IN" sz="1200" b="1" dirty="0" err="1"/>
              <a:t>Sajithabanu</a:t>
            </a:r>
            <a:r>
              <a:rPr lang="en-IN" sz="1200" b="1" dirty="0"/>
              <a:t>, S., </a:t>
            </a:r>
            <a:r>
              <a:rPr lang="en-IN" sz="1200" b="1" dirty="0" err="1"/>
              <a:t>Asrin</a:t>
            </a:r>
            <a:r>
              <a:rPr lang="en-IN" sz="1200" b="1" dirty="0"/>
              <a:t> </a:t>
            </a:r>
            <a:r>
              <a:rPr lang="en-IN" sz="1200" b="1" dirty="0" err="1"/>
              <a:t>Mahmootha</a:t>
            </a:r>
            <a:r>
              <a:rPr lang="en-IN" sz="1200" b="1" dirty="0"/>
              <a:t>, A., Aysha Banu, B., Mohamed </a:t>
            </a:r>
            <a:r>
              <a:rPr lang="en-IN" sz="1200" b="1" dirty="0" err="1"/>
              <a:t>Hisbullah</a:t>
            </a:r>
            <a:r>
              <a:rPr lang="en-IN" sz="1200" b="1" dirty="0"/>
              <a:t>, S., Mohamed, J., Nadeem, S., &amp; </a:t>
            </a:r>
            <a:r>
              <a:rPr lang="en-IN" sz="1200" b="1" dirty="0" err="1"/>
              <a:t>Omarsha</a:t>
            </a:r>
            <a:r>
              <a:rPr lang="en-IN" sz="1200" b="1" dirty="0"/>
              <a:t>, S. (2025). Intelligent College Management System with Real‑Time Monitoring and Visual Analytics. </a:t>
            </a:r>
            <a:r>
              <a:rPr lang="en-IN" sz="1200" b="1" i="1" dirty="0"/>
              <a:t>Journal of Data Mining and Management</a:t>
            </a:r>
            <a:r>
              <a:rPr lang="en-IN" sz="1200" b="1" dirty="0"/>
              <a:t>, 10(2), 13–20. </a:t>
            </a:r>
            <a:r>
              <a:rPr lang="en-IN" sz="1200" b="1" dirty="0">
                <a:hlinkClick r:id="rId8"/>
              </a:rPr>
              <a:t>https://doi.org/10.46610/JODMM.2025.v10i02.002</a:t>
            </a:r>
            <a:endParaRPr lang="en-IN" sz="1200" b="1" dirty="0"/>
          </a:p>
        </p:txBody>
      </p:sp>
      <mc:AlternateContent xmlns:mc="http://schemas.openxmlformats.org/markup-compatibility/2006">
        <mc:Choice xmlns:am3d="http://schemas.microsoft.com/office/drawing/2017/model3d" Requires="am3d">
          <p:graphicFrame>
            <p:nvGraphicFramePr>
              <p:cNvPr id="27" name="3D Model 26" descr="Male Wizard 2 Hat">
                <a:extLst>
                  <a:ext uri="{FF2B5EF4-FFF2-40B4-BE49-F238E27FC236}">
                    <a16:creationId xmlns:a16="http://schemas.microsoft.com/office/drawing/2014/main" id="{87D43245-8FB3-7A0B-62AD-071D4F29814A}"/>
                  </a:ext>
                </a:extLst>
              </p:cNvPr>
              <p:cNvGraphicFramePr>
                <a:graphicFrameLocks noChangeAspect="1"/>
              </p:cNvGraphicFramePr>
              <p:nvPr>
                <p:extLst>
                  <p:ext uri="{D42A27DB-BD31-4B8C-83A1-F6EECF244321}">
                    <p14:modId xmlns:p14="http://schemas.microsoft.com/office/powerpoint/2010/main" val="3071686161"/>
                  </p:ext>
                </p:extLst>
              </p:nvPr>
            </p:nvGraphicFramePr>
            <p:xfrm>
              <a:off x="190276" y="5712649"/>
              <a:ext cx="302992" cy="397677"/>
            </p:xfrm>
            <a:graphic>
              <a:graphicData uri="http://schemas.microsoft.com/office/drawing/2017/model3d">
                <am3d:model3d r:embed="rId3">
                  <am3d:spPr>
                    <a:xfrm>
                      <a:off x="0" y="0"/>
                      <a:ext cx="302992" cy="397677"/>
                    </a:xfrm>
                    <a:prstGeom prst="rect">
                      <a:avLst/>
                    </a:prstGeom>
                  </am3d:spPr>
                  <am3d:camera>
                    <am3d:pos x="0" y="0" z="66628307"/>
                    <am3d:up dx="0" dy="36000000" dz="0"/>
                    <am3d:lookAt x="0" y="0" z="0"/>
                    <am3d:perspective fov="2700000"/>
                  </am3d:camera>
                  <am3d:trans>
                    <am3d:meterPerModelUnit n="2669400" d="1000000"/>
                    <am3d:preTrans dx="-1585487" dy="-136341035" dz="-3710456"/>
                    <am3d:scale>
                      <am3d:sx n="1000000" d="1000000"/>
                      <am3d:sy n="1000000" d="1000000"/>
                      <am3d:sz n="1000000" d="1000000"/>
                    </am3d:scale>
                    <am3d:rot ax="4536187" ay="-17895" az="-69726"/>
                    <am3d:postTrans dx="0" dy="0" dz="0"/>
                  </am3d:trans>
                  <am3d:raster rName="Office3DRenderer" rVer="16.0.8326">
                    <am3d:blip r:embed="rId4"/>
                  </am3d:raster>
                  <am3d:objViewport viewportSz="4923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7" name="3D Model 26" descr="Male Wizard 2 Hat">
                <a:extLst>
                  <a:ext uri="{FF2B5EF4-FFF2-40B4-BE49-F238E27FC236}">
                    <a16:creationId xmlns:a16="http://schemas.microsoft.com/office/drawing/2014/main" id="{87D43245-8FB3-7A0B-62AD-071D4F29814A}"/>
                  </a:ext>
                </a:extLst>
              </p:cNvPr>
              <p:cNvPicPr>
                <a:picLocks noGrp="1" noRot="1" noChangeAspect="1" noMove="1" noResize="1" noEditPoints="1" noAdjustHandles="1" noChangeArrowheads="1" noChangeShapeType="1" noCrop="1"/>
              </p:cNvPicPr>
              <p:nvPr/>
            </p:nvPicPr>
            <p:blipFill>
              <a:blip r:embed="rId4"/>
              <a:stretch>
                <a:fillRect/>
              </a:stretch>
            </p:blipFill>
            <p:spPr>
              <a:xfrm>
                <a:off x="190276" y="5712649"/>
                <a:ext cx="302992" cy="397677"/>
              </a:xfrm>
              <a:prstGeom prst="rect">
                <a:avLst/>
              </a:prstGeom>
            </p:spPr>
          </p:pic>
        </mc:Fallback>
      </mc:AlternateContent>
      <p:sp>
        <p:nvSpPr>
          <p:cNvPr id="29" name="TextBox 28">
            <a:extLst>
              <a:ext uri="{FF2B5EF4-FFF2-40B4-BE49-F238E27FC236}">
                <a16:creationId xmlns:a16="http://schemas.microsoft.com/office/drawing/2014/main" id="{18B4055E-B820-9C40-01A9-000238940C99}"/>
              </a:ext>
            </a:extLst>
          </p:cNvPr>
          <p:cNvSpPr txBox="1"/>
          <p:nvPr/>
        </p:nvSpPr>
        <p:spPr>
          <a:xfrm>
            <a:off x="508951" y="1477009"/>
            <a:ext cx="11174095" cy="461665"/>
          </a:xfrm>
          <a:prstGeom prst="rect">
            <a:avLst/>
          </a:prstGeom>
          <a:noFill/>
        </p:spPr>
        <p:txBody>
          <a:bodyPr wrap="square">
            <a:spAutoFit/>
          </a:bodyPr>
          <a:lstStyle/>
          <a:p>
            <a:r>
              <a:rPr lang="en-IN" sz="1200" b="1" dirty="0"/>
              <a:t>Kulkarni, R., </a:t>
            </a:r>
            <a:r>
              <a:rPr lang="en-IN" sz="1200" b="1" dirty="0" err="1"/>
              <a:t>Shelke</a:t>
            </a:r>
            <a:r>
              <a:rPr lang="en-IN" sz="1200" b="1" dirty="0"/>
              <a:t>, A., Mane, R., Kulkarni, S., &amp; Kulkarni, D. P. (2024). A web-based “Department Management System” for academic institutions. </a:t>
            </a:r>
            <a:r>
              <a:rPr lang="en-IN" sz="1200" b="1" i="1" dirty="0"/>
              <a:t>International Journal of Advanced Engineering Research and Science (IJAERS)</a:t>
            </a:r>
            <a:r>
              <a:rPr lang="en-IN" sz="1200" b="1" dirty="0"/>
              <a:t>, 11(5), 42–44. </a:t>
            </a:r>
            <a:r>
              <a:rPr lang="en-IN" sz="1200" b="1" dirty="0">
                <a:hlinkClick r:id="rId9"/>
              </a:rPr>
              <a:t>https://dx.doi.org/10.22161/ijaers.115.6</a:t>
            </a:r>
            <a:endParaRPr lang="en-IN" sz="1200" b="1" dirty="0"/>
          </a:p>
        </p:txBody>
      </p:sp>
    </p:spTree>
    <p:extLst>
      <p:ext uri="{BB962C8B-B14F-4D97-AF65-F5344CB8AC3E}">
        <p14:creationId xmlns:p14="http://schemas.microsoft.com/office/powerpoint/2010/main" val="39622874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16C1A-0110-24AD-668E-53ED799F45D8}"/>
            </a:ext>
          </a:extLst>
        </p:cNvPr>
        <p:cNvGrpSpPr/>
        <p:nvPr/>
      </p:nvGrpSpPr>
      <p:grpSpPr>
        <a:xfrm>
          <a:off x="0" y="0"/>
          <a:ext cx="0" cy="0"/>
          <a:chOff x="0" y="0"/>
          <a:chExt cx="0" cy="0"/>
        </a:xfrm>
      </p:grpSpPr>
      <p:sp>
        <p:nvSpPr>
          <p:cNvPr id="13313" name="Rectangle 7">
            <a:extLst>
              <a:ext uri="{FF2B5EF4-FFF2-40B4-BE49-F238E27FC236}">
                <a16:creationId xmlns:a16="http://schemas.microsoft.com/office/drawing/2014/main" id="{5865C6FC-46A9-55EF-087D-C4BE6A932071}"/>
              </a:ext>
            </a:extLst>
          </p:cNvPr>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3314" name="Title 1">
            <a:extLst>
              <a:ext uri="{FF2B5EF4-FFF2-40B4-BE49-F238E27FC236}">
                <a16:creationId xmlns:a16="http://schemas.microsoft.com/office/drawing/2014/main" id="{3820B4DD-C58E-A793-544E-961D70517BE8}"/>
              </a:ext>
            </a:extLst>
          </p:cNvPr>
          <p:cNvSpPr txBox="1"/>
          <p:nvPr/>
        </p:nvSpPr>
        <p:spPr>
          <a:xfrm>
            <a:off x="2251075" y="1069975"/>
            <a:ext cx="7239000" cy="908050"/>
          </a:xfrm>
          <a:prstGeom prst="rect">
            <a:avLst/>
          </a:prstGeom>
          <a:noFill/>
          <a:ln w="9525">
            <a:noFill/>
          </a:ln>
        </p:spPr>
        <p:txBody>
          <a:bodyPr anchor="b" anchorCtr="0"/>
          <a:lstStyle/>
          <a:p>
            <a:pPr algn="ctr">
              <a:lnSpc>
                <a:spcPct val="90000"/>
              </a:lnSpc>
            </a:pPr>
            <a:endParaRPr lang="en-US" altLang="en-US" sz="3900" dirty="0">
              <a:solidFill>
                <a:srgbClr val="525252"/>
              </a:solidFill>
              <a:latin typeface="Times New Roman" panose="02020603050405020304" pitchFamily="18" charset="0"/>
              <a:ea typeface="Times New Roman" panose="02020603050405020304" pitchFamily="18" charset="0"/>
            </a:endParaRPr>
          </a:p>
        </p:txBody>
      </p:sp>
      <p:sp>
        <p:nvSpPr>
          <p:cNvPr id="9" name="Rectangle 8">
            <a:extLst>
              <a:ext uri="{FF2B5EF4-FFF2-40B4-BE49-F238E27FC236}">
                <a16:creationId xmlns:a16="http://schemas.microsoft.com/office/drawing/2014/main" id="{B77C103F-77C8-3791-2881-6D1E6B4AFB01}"/>
              </a:ext>
            </a:extLst>
          </p:cNvPr>
          <p:cNvSpPr/>
          <p:nvPr/>
        </p:nvSpPr>
        <p:spPr>
          <a:xfrm>
            <a:off x="1766888" y="1978025"/>
            <a:ext cx="8207375" cy="1862138"/>
          </a:xfrm>
          <a:prstGeom prst="rect">
            <a:avLst/>
          </a:prstGeom>
        </p:spPr>
        <p:txBody>
          <a:bodyPr>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en-US" sz="11500" b="1" i="1" u="none" strike="noStrike" kern="1200" cap="none" spc="0" normalizeH="0" baseline="0" noProof="0" dirty="0">
                <a:ln w="3175"/>
                <a:solidFill>
                  <a:schemeClr val="tx1">
                    <a:lumMod val="85000"/>
                    <a:lumOff val="15000"/>
                  </a:schemeClr>
                </a:solidFill>
                <a:effectLst>
                  <a:outerShdw blurRad="50800" dist="39000" dir="5460000" algn="tl">
                    <a:srgbClr val="000000">
                      <a:alpha val="38000"/>
                    </a:srgbClr>
                  </a:outerShdw>
                </a:effectLst>
                <a:uLnTx/>
                <a:uFillTx/>
                <a:latin typeface="Bodoni MT" panose="02070603080606020203" pitchFamily="18" charset="0"/>
                <a:ea typeface="+mn-ea"/>
                <a:cs typeface="+mn-cs"/>
              </a:rPr>
              <a:t>Thank you !</a:t>
            </a:r>
            <a:endParaRPr kumimoji="0" lang="en-IN" sz="11500" b="1" i="1" u="none" strike="noStrike" kern="1200" cap="none" spc="0" normalizeH="0" baseline="0" noProof="0" dirty="0">
              <a:ln w="3175"/>
              <a:solidFill>
                <a:schemeClr val="tx1">
                  <a:lumMod val="85000"/>
                  <a:lumOff val="15000"/>
                </a:schemeClr>
              </a:solidFill>
              <a:effectLst>
                <a:outerShdw blurRad="50800" dist="39000" dir="5460000" algn="tl">
                  <a:srgbClr val="000000">
                    <a:alpha val="38000"/>
                  </a:srgbClr>
                </a:outerShdw>
              </a:effectLst>
              <a:uLnTx/>
              <a:uFillTx/>
              <a:latin typeface="Bodoni MT" panose="02070603080606020203" pitchFamily="18" charset="0"/>
              <a:ea typeface="+mn-ea"/>
              <a:cs typeface="+mn-cs"/>
            </a:endParaRPr>
          </a:p>
        </p:txBody>
      </p:sp>
      <p:pic>
        <p:nvPicPr>
          <p:cNvPr id="6" name="Picture 5">
            <a:extLst>
              <a:ext uri="{FF2B5EF4-FFF2-40B4-BE49-F238E27FC236}">
                <a16:creationId xmlns:a16="http://schemas.microsoft.com/office/drawing/2014/main" id="{D86BC1B0-A093-F271-6426-FC6C780A852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
        <p:nvSpPr>
          <p:cNvPr id="7" name="Text Box 2">
            <a:extLst>
              <a:ext uri="{FF2B5EF4-FFF2-40B4-BE49-F238E27FC236}">
                <a16:creationId xmlns:a16="http://schemas.microsoft.com/office/drawing/2014/main" id="{05DF008F-B69D-A8F1-D9F6-BC7CD719BA61}"/>
              </a:ext>
            </a:extLst>
          </p:cNvPr>
          <p:cNvSpPr txBox="1">
            <a:spLocks noChangeArrowheads="1"/>
          </p:cNvSpPr>
          <p:nvPr/>
        </p:nvSpPr>
        <p:spPr bwMode="auto">
          <a:xfrm>
            <a:off x="2045335" y="6261102"/>
            <a:ext cx="4907280" cy="281305"/>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Nagpur</a:t>
            </a:r>
            <a:r>
              <a:rPr lang="en-IN" sz="14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Pune </a:t>
            </a:r>
            <a:r>
              <a:rPr lang="en-IN" sz="14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r>
              <a:rPr lang="en-IN" sz="14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Jalgaon</a:t>
            </a: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r>
              <a:rPr lang="en-IN" sz="14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Amravati </a:t>
            </a:r>
            <a:r>
              <a:rPr lang="en-IN" sz="14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r>
              <a:rPr lang="en-IN" sz="14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Pandhurna</a:t>
            </a: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r>
              <a:rPr lang="en-IN" sz="14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r>
              <a:rPr lang="en-IN" sz="14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Bhandara</a:t>
            </a: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dirty="0">
                <a:effectLst/>
                <a:latin typeface="Calibri" panose="020F0502020204030204" pitchFamily="34" charset="0"/>
                <a:ea typeface="Calibri" panose="020F0502020204030204" pitchFamily="34" charset="0"/>
                <a:cs typeface="Times New Roman" panose="02020603050405020304" pitchFamily="18" charset="0"/>
              </a:rPr>
              <a:t> </a:t>
            </a:r>
          </a:p>
        </p:txBody>
      </p:sp>
      <p:pic>
        <p:nvPicPr>
          <p:cNvPr id="8" name="Picture 7">
            <a:extLst>
              <a:ext uri="{FF2B5EF4-FFF2-40B4-BE49-F238E27FC236}">
                <a16:creationId xmlns:a16="http://schemas.microsoft.com/office/drawing/2014/main" id="{F46E6BB9-066A-DD92-B3C9-354A88D752F3}"/>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85408" y="5610859"/>
            <a:ext cx="1874520" cy="901860"/>
          </a:xfrm>
          <a:prstGeom prst="rect">
            <a:avLst/>
          </a:prstGeom>
          <a:noFill/>
          <a:ln>
            <a:noFill/>
          </a:ln>
        </p:spPr>
      </p:pic>
      <p:pic>
        <p:nvPicPr>
          <p:cNvPr id="10" name="Picture 9" descr="C:\Users\Roshan_Dir_SP\AppData\Local\Packages\Microsoft.Windows.Photos_8wekyb3d8bbwe\TempState\ShareServiceTempFolder\GHRCEM Nagpur.jpeg">
            <a:extLst>
              <a:ext uri="{FF2B5EF4-FFF2-40B4-BE49-F238E27FC236}">
                <a16:creationId xmlns:a16="http://schemas.microsoft.com/office/drawing/2014/main" id="{4F130E04-DE97-8AE6-2099-4AA7C5A1742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860280" y="17464"/>
            <a:ext cx="2331720" cy="1506536"/>
          </a:xfrm>
          <a:prstGeom prst="rect">
            <a:avLst/>
          </a:prstGeom>
          <a:noFill/>
          <a:ln>
            <a:noFill/>
          </a:ln>
        </p:spPr>
      </p:pic>
    </p:spTree>
    <p:extLst>
      <p:ext uri="{BB962C8B-B14F-4D97-AF65-F5344CB8AC3E}">
        <p14:creationId xmlns:p14="http://schemas.microsoft.com/office/powerpoint/2010/main" val="35514370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832</TotalTime>
  <Words>1409</Words>
  <Application>Microsoft Office PowerPoint</Application>
  <PresentationFormat>Widescreen</PresentationFormat>
  <Paragraphs>195</Paragraphs>
  <Slides>18</Slides>
  <Notes>0</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18</vt:i4>
      </vt:variant>
    </vt:vector>
  </HeadingPairs>
  <TitlesOfParts>
    <vt:vector size="30" baseType="lpstr">
      <vt:lpstr>Arial</vt:lpstr>
      <vt:lpstr>Arial Black</vt:lpstr>
      <vt:lpstr>Bodoni MT</vt:lpstr>
      <vt:lpstr>Calibri</vt:lpstr>
      <vt:lpstr>Calibri Light</vt:lpstr>
      <vt:lpstr>Castellar</vt:lpstr>
      <vt:lpstr>Times New Roman</vt:lpstr>
      <vt:lpstr>Wingdings</vt:lpstr>
      <vt:lpstr>Wingdings 2</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user1</dc:creator>
  <cp:lastModifiedBy>Yash Selokar</cp:lastModifiedBy>
  <cp:revision>135</cp:revision>
  <cp:lastPrinted>2018-01-20T12:20:00Z</cp:lastPrinted>
  <dcterms:created xsi:type="dcterms:W3CDTF">2018-01-20T09:03:00Z</dcterms:created>
  <dcterms:modified xsi:type="dcterms:W3CDTF">2025-10-14T09:39:20Z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1033-11.2.0.10258</vt:lpwstr>
  </property>
  <property fmtid="{D5CDD505-2E9C-101B-9397-08002B2CF9AE}" pid="3" name="ICV">
    <vt:lpwstr>E8D44B7623514F2E894E82A1D1A1801D</vt:lpwstr>
  </property>
</Properties>
</file>